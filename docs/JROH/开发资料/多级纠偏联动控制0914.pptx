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handoutMasterIdLst>
    <p:handoutMasterId r:id="rId16"/>
  </p:handoutMasterIdLst>
  <p:sldIdLst>
    <p:sldId id="336" r:id="rId3"/>
    <p:sldId id="347" r:id="rId4"/>
    <p:sldId id="348" r:id="rId6"/>
    <p:sldId id="351" r:id="rId7"/>
    <p:sldId id="352" r:id="rId8"/>
    <p:sldId id="355" r:id="rId9"/>
    <p:sldId id="353" r:id="rId10"/>
    <p:sldId id="354" r:id="rId11"/>
    <p:sldId id="356" r:id="rId12"/>
    <p:sldId id="349" r:id="rId13"/>
    <p:sldId id="350" r:id="rId14"/>
    <p:sldId id="280" r:id="rId15"/>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92D050"/>
    <a:srgbClr val="FFD966"/>
    <a:srgbClr val="EEF4F8"/>
    <a:srgbClr val="DAE3F3"/>
    <a:srgbClr val="0075DD"/>
    <a:srgbClr val="002E6B"/>
    <a:srgbClr val="676D70"/>
    <a:srgbClr val="D3E3F1"/>
    <a:srgbClr val="99C7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630"/>
    <p:restoredTop sz="96405" autoAdjust="0"/>
  </p:normalViewPr>
  <p:slideViewPr>
    <p:cSldViewPr snapToGrid="0">
      <p:cViewPr>
        <p:scale>
          <a:sx n="118" d="100"/>
          <a:sy n="118" d="100"/>
        </p:scale>
        <p:origin x="1880" y="3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9" d="100"/>
          <a:sy n="99" d="100"/>
        </p:scale>
        <p:origin x="3064" y="18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gs" Target="tags/tag44.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21A46E-B37B-5E46-A3FF-40D1F4C927DA}"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D894D8-C925-1B4D-99F8-10A554FB7A3B}"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BF4F25-BC02-4290-8365-25D6072E5B9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1B21D3-0A0C-43E4-9639-48BADB6E75F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2.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3.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4.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5" Type="http://schemas.openxmlformats.org/officeDocument/2006/relationships/image" Target="../media/image6.png"/><Relationship Id="rId4" Type="http://schemas.openxmlformats.org/officeDocument/2006/relationships/image" Target="../media/image2.png"/><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5.png"/><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image" Target="../media/image4.png"/><Relationship Id="rId6" Type="http://schemas.openxmlformats.org/officeDocument/2006/relationships/image" Target="../media/image5.png"/><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image" Target="../media/image7.png"/><Relationship Id="rId2" Type="http://schemas.openxmlformats.org/officeDocument/2006/relationships/image" Target="../media/image2.png"/><Relationship Id="rId10" Type="http://schemas.openxmlformats.org/officeDocument/2006/relationships/tags" Target="../tags/tag1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image" Target="../media/image7.png"/><Relationship Id="rId3" Type="http://schemas.openxmlformats.org/officeDocument/2006/relationships/tags" Target="../tags/tag12.xml"/><Relationship Id="rId2" Type="http://schemas.openxmlformats.org/officeDocument/2006/relationships/image" Target="../media/image2.png"/><Relationship Id="rId19" Type="http://schemas.openxmlformats.org/officeDocument/2006/relationships/image" Target="../media/image4.png"/><Relationship Id="rId18" Type="http://schemas.openxmlformats.org/officeDocument/2006/relationships/image" Target="../media/image5.png"/><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image" Target="../media/image7.png"/><Relationship Id="rId2" Type="http://schemas.openxmlformats.org/officeDocument/2006/relationships/image" Target="../media/image2.png"/><Relationship Id="rId19" Type="http://schemas.openxmlformats.org/officeDocument/2006/relationships/image" Target="../media/image4.png"/><Relationship Id="rId18" Type="http://schemas.openxmlformats.org/officeDocument/2006/relationships/image" Target="../media/image5.png"/><Relationship Id="rId17" Type="http://schemas.openxmlformats.org/officeDocument/2006/relationships/tags" Target="../tags/tag39.xml"/><Relationship Id="rId16" Type="http://schemas.openxmlformats.org/officeDocument/2006/relationships/tags" Target="../tags/tag38.xml"/><Relationship Id="rId15" Type="http://schemas.openxmlformats.org/officeDocument/2006/relationships/tags" Target="../tags/tag37.xml"/><Relationship Id="rId14" Type="http://schemas.openxmlformats.org/officeDocument/2006/relationships/tags" Target="../tags/tag36.xml"/><Relationship Id="rId13" Type="http://schemas.openxmlformats.org/officeDocument/2006/relationships/tags" Target="../tags/tag35.xml"/><Relationship Id="rId12" Type="http://schemas.openxmlformats.org/officeDocument/2006/relationships/tags" Target="../tags/tag34.xml"/><Relationship Id="rId11" Type="http://schemas.openxmlformats.org/officeDocument/2006/relationships/tags" Target="../tags/tag33.xml"/><Relationship Id="rId10" Type="http://schemas.openxmlformats.org/officeDocument/2006/relationships/tags" Target="../tags/tag32.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5.png"/><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企业绝密】幻灯片首页">
    <p:bg>
      <p:bgPr>
        <a:solidFill>
          <a:srgbClr val="EEF4F8"/>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6858000"/>
          </a:xfrm>
          <a:prstGeom prst="rect">
            <a:avLst/>
          </a:prstGeom>
        </p:spPr>
      </p:pic>
      <p:pic>
        <p:nvPicPr>
          <p:cNvPr id="25" name="图片 24"/>
          <p:cNvPicPr>
            <a:picLocks noChangeAspect="1"/>
          </p:cNvPicPr>
          <p:nvPr userDrawn="1"/>
        </p:nvPicPr>
        <p:blipFill>
          <a:blip r:embed="rId3">
            <a:alphaModFix amt="5000"/>
          </a:blip>
          <a:stretch>
            <a:fillRect/>
          </a:stretch>
        </p:blipFill>
        <p:spPr>
          <a:xfrm>
            <a:off x="-6583" y="0"/>
            <a:ext cx="12192000" cy="6858000"/>
          </a:xfrm>
          <a:prstGeom prst="rect">
            <a:avLst/>
          </a:prstGeom>
        </p:spPr>
      </p:pic>
      <p:sp>
        <p:nvSpPr>
          <p:cNvPr id="15" name="文本框 14"/>
          <p:cNvSpPr txBox="1"/>
          <p:nvPr userDrawn="1"/>
        </p:nvSpPr>
        <p:spPr>
          <a:xfrm>
            <a:off x="376491" y="244634"/>
            <a:ext cx="5344753" cy="338554"/>
          </a:xfrm>
          <a:prstGeom prst="rect">
            <a:avLst/>
          </a:prstGeom>
          <a:noFill/>
        </p:spPr>
        <p:txBody>
          <a:bodyPr wrap="square" rtlCol="0">
            <a:spAutoFit/>
          </a:bodyPr>
          <a:lstStyle/>
          <a:p>
            <a:pPr algn="l"/>
            <a:r>
              <a:rPr kumimoji="1" lang="zh-CN" altLang="en-US" sz="1600" b="1" spc="-20" dirty="0">
                <a:solidFill>
                  <a:srgbClr val="EEF4F8"/>
                </a:solidFill>
                <a:latin typeface="微软雅黑" panose="020B0503020204020204" pitchFamily="34" charset="-122"/>
                <a:ea typeface="微软雅黑" panose="020B0503020204020204" pitchFamily="34" charset="-122"/>
                <a:cs typeface="Alibaba PuHuiTi 3.0 45 Light" pitchFamily="18" charset="-122"/>
              </a:rPr>
              <a:t>▼</a:t>
            </a:r>
            <a:r>
              <a:rPr kumimoji="1" lang="en-US" altLang="zh-CN" sz="1600" b="1" spc="-20" dirty="0">
                <a:solidFill>
                  <a:srgbClr val="FF0000"/>
                </a:solidFill>
                <a:latin typeface="微软雅黑" panose="020B0503020204020204" pitchFamily="34" charset="-122"/>
                <a:ea typeface="微软雅黑" panose="020B0503020204020204" pitchFamily="34" charset="-122"/>
                <a:cs typeface="Alibaba PuHuiTi 3.0 45 Light" pitchFamily="18" charset="-122"/>
              </a:rPr>
              <a:t>  </a:t>
            </a:r>
            <a:r>
              <a:rPr kumimoji="1" lang="zh-CN" altLang="en-US" sz="1600" b="1" spc="-20" dirty="0">
                <a:solidFill>
                  <a:srgbClr val="DD001B"/>
                </a:solidFill>
                <a:latin typeface="微软雅黑" panose="020B0503020204020204" pitchFamily="34" charset="-122"/>
                <a:ea typeface="微软雅黑" panose="020B0503020204020204" pitchFamily="34" charset="-122"/>
                <a:cs typeface="Alibaba PuHuiTi 3.0 45 Light" pitchFamily="18" charset="-122"/>
              </a:rPr>
              <a:t>企业绝密 </a:t>
            </a:r>
            <a:r>
              <a:rPr kumimoji="1" lang="en-US" altLang="zh-CN" sz="16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Enterprise Top Secret</a:t>
            </a:r>
            <a:endParaRPr kumimoji="1" lang="zh-CN" altLang="en-US" sz="16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endParaRPr>
          </a:p>
        </p:txBody>
      </p:sp>
      <p:sp>
        <p:nvSpPr>
          <p:cNvPr id="8" name="文本框 7"/>
          <p:cNvSpPr txBox="1"/>
          <p:nvPr userDrawn="1"/>
        </p:nvSpPr>
        <p:spPr>
          <a:xfrm>
            <a:off x="9228058" y="539956"/>
            <a:ext cx="2605207" cy="307777"/>
          </a:xfrm>
          <a:prstGeom prst="rect">
            <a:avLst/>
          </a:prstGeom>
          <a:noFill/>
        </p:spPr>
        <p:txBody>
          <a:bodyPr wrap="square" rtlCol="0">
            <a:spAutoFit/>
          </a:bodyPr>
          <a:lstStyle/>
          <a:p>
            <a:pPr algn="r"/>
            <a:r>
              <a:rPr kumimoji="1" lang="en-US" altLang="zh-CN" sz="1400" b="0" i="0" spc="120" baseline="0" dirty="0" err="1">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www.sevb.com</a:t>
            </a:r>
            <a:endParaRPr kumimoji="1" lang="zh-CN" altLang="en-US" sz="1400" b="0" i="0" spc="120" baseline="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endParaRPr>
          </a:p>
        </p:txBody>
      </p:sp>
      <p:pic>
        <p:nvPicPr>
          <p:cNvPr id="16" name="图片 15"/>
          <p:cNvPicPr>
            <a:picLocks noChangeAspect="1"/>
          </p:cNvPicPr>
          <p:nvPr userDrawn="1"/>
        </p:nvPicPr>
        <p:blipFill>
          <a:blip r:embed="rId4"/>
          <a:stretch>
            <a:fillRect/>
          </a:stretch>
        </p:blipFill>
        <p:spPr>
          <a:xfrm>
            <a:off x="9303932" y="336612"/>
            <a:ext cx="2453458" cy="228820"/>
          </a:xfrm>
          <a:prstGeom prst="rect">
            <a:avLst/>
          </a:prstGeom>
        </p:spPr>
      </p:pic>
      <p:sp>
        <p:nvSpPr>
          <p:cNvPr id="23" name="文本框 22"/>
          <p:cNvSpPr txBox="1"/>
          <p:nvPr userDrawn="1"/>
        </p:nvSpPr>
        <p:spPr>
          <a:xfrm>
            <a:off x="6413862" y="6305944"/>
            <a:ext cx="5472000" cy="215444"/>
          </a:xfrm>
          <a:prstGeom prst="rect">
            <a:avLst/>
          </a:prstGeom>
          <a:noFill/>
        </p:spPr>
        <p:txBody>
          <a:bodyPr wrap="square" rtlCol="0">
            <a:spAutoFit/>
          </a:bodyPr>
          <a:lstStyle/>
          <a:p>
            <a:pPr algn="r"/>
            <a:r>
              <a:rPr kumimoji="1" lang="zh-CN" altLang="en-US"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版权所有 </a:t>
            </a:r>
            <a:r>
              <a:rPr kumimoji="1" lang="en-US" altLang="zh-CN"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©2025 </a:t>
            </a:r>
            <a:r>
              <a:rPr kumimoji="1" lang="zh-CN" altLang="en-US"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欣旺达动力科技股份有限公司           </a:t>
            </a:r>
            <a:r>
              <a:rPr kumimoji="1" lang="en-GB" altLang="zh-CN"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Copyright © 2025 Sunwoda Mobility Energy Technology Co., Ltd.</a:t>
            </a:r>
            <a:endParaRPr kumimoji="1" lang="zh-CN" altLang="en-US"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endParaRPr>
          </a:p>
        </p:txBody>
      </p:sp>
      <p:pic>
        <p:nvPicPr>
          <p:cNvPr id="24" name="图片 23"/>
          <p:cNvPicPr>
            <a:picLocks noChangeAspect="1"/>
          </p:cNvPicPr>
          <p:nvPr userDrawn="1"/>
        </p:nvPicPr>
        <p:blipFill>
          <a:blip r:embed="rId5"/>
          <a:srcRect/>
          <a:stretch>
            <a:fillRect/>
          </a:stretch>
        </p:blipFill>
        <p:spPr>
          <a:xfrm>
            <a:off x="8120305" y="334810"/>
            <a:ext cx="946288" cy="254820"/>
          </a:xfrm>
          <a:prstGeom prst="rect">
            <a:avLst/>
          </a:prstGeom>
        </p:spPr>
      </p:pic>
      <p:sp>
        <p:nvSpPr>
          <p:cNvPr id="10" name="标题 9"/>
          <p:cNvSpPr>
            <a:spLocks noGrp="1"/>
          </p:cNvSpPr>
          <p:nvPr>
            <p:ph type="title" hasCustomPrompt="1"/>
          </p:nvPr>
        </p:nvSpPr>
        <p:spPr>
          <a:xfrm>
            <a:off x="394335" y="2068830"/>
            <a:ext cx="10515600" cy="1481455"/>
          </a:xfrm>
        </p:spPr>
        <p:txBody>
          <a:bodyPr/>
          <a:lstStyle>
            <a:lvl1pPr marL="0" indent="0" eaLnBrk="1" fontAlgn="base" latinLnBrk="0" hangingPunct="1">
              <a:lnSpc>
                <a:spcPts val="5600"/>
              </a:lnSpc>
              <a:defRPr sz="48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fontAlgn="base"/>
            <a:r>
              <a:rPr kumimoji="1" lang="zh-CN" altLang="en-US"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主标题：字号</a:t>
            </a:r>
            <a:r>
              <a:rPr kumimoji="1" lang="en-US" altLang="zh-CN"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48</a:t>
            </a:r>
            <a:r>
              <a:rPr kumimoji="1" lang="zh-CN" altLang="en-US"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，行间距</a:t>
            </a:r>
            <a:r>
              <a:rPr kumimoji="1" lang="en-US" altLang="zh-CN"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56</a:t>
            </a:r>
            <a:br>
              <a:rPr kumimoji="1" lang="en-US" altLang="zh-CN" dirty="0">
                <a:solidFill>
                  <a:srgbClr val="EEF4F8"/>
                </a:solidFill>
                <a:latin typeface="微软雅黑" panose="020B0503020204020204" pitchFamily="34" charset="-122"/>
                <a:ea typeface="微软雅黑" panose="020B0503020204020204" pitchFamily="34" charset="-122"/>
                <a:cs typeface="Alibaba PuHuiTi 3.0 45 Light" pitchFamily="18" charset="-122"/>
              </a:rPr>
            </a:br>
            <a:r>
              <a:rPr kumimoji="1" lang="zh-CN" altLang="en-US"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单行建议十字以内</a:t>
            </a:r>
            <a:endParaRPr lang="en-US" altLang="zh-CN" strike="noStrike" noProof="1"/>
          </a:p>
        </p:txBody>
      </p:sp>
      <p:sp>
        <p:nvSpPr>
          <p:cNvPr id="18" name="副标题 17"/>
          <p:cNvSpPr>
            <a:spLocks noGrp="1"/>
          </p:cNvSpPr>
          <p:nvPr>
            <p:ph type="subTitle" idx="1" hasCustomPrompt="1"/>
            <p:custDataLst>
              <p:tags r:id="rId6"/>
            </p:custDataLst>
          </p:nvPr>
        </p:nvSpPr>
        <p:spPr>
          <a:xfrm>
            <a:off x="399415" y="4253230"/>
            <a:ext cx="6033135" cy="386715"/>
          </a:xfrm>
        </p:spPr>
        <p:txBody>
          <a:bodyPr lIns="90000" tIns="46800" rIns="90000" bIns="46800">
            <a:normAutofit/>
          </a:bodyPr>
          <a:lstStyle>
            <a:lvl1pPr marL="0" indent="0" algn="l">
              <a:lnSpc>
                <a:spcPct val="110000"/>
              </a:lnSpc>
              <a:buNone/>
              <a:defRPr sz="1600" u="none" strike="noStrike" kern="0" cap="none" spc="0" normalizeH="0">
                <a:solidFill>
                  <a:schemeClr val="bg1"/>
                </a:solidFill>
                <a:uFillTx/>
                <a:latin typeface="微软雅黑" panose="020B0503020204020204" pitchFamily="34" charset="-122"/>
                <a:ea typeface="微软雅黑" panose="020B0503020204020204" pitchFamily="34" charset="-122"/>
                <a:cs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报告编制部门：字号</a:t>
            </a:r>
            <a:r>
              <a:rPr lang="en-US" altLang="zh-CN" dirty="0"/>
              <a:t>16       </a:t>
            </a:r>
            <a:r>
              <a:rPr lang="zh-CN" altLang="en-US" dirty="0"/>
              <a:t>编制人：</a:t>
            </a:r>
            <a:r>
              <a:rPr lang="en-US" altLang="zh-CN" dirty="0"/>
              <a:t>XXXXXX          2025.11.06</a:t>
            </a:r>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企业机密】幻灯片首页">
    <p:bg>
      <p:bgPr>
        <a:solidFill>
          <a:srgbClr val="EEF4F8"/>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6858000"/>
          </a:xfrm>
          <a:prstGeom prst="rect">
            <a:avLst/>
          </a:prstGeom>
        </p:spPr>
      </p:pic>
      <p:pic>
        <p:nvPicPr>
          <p:cNvPr id="13" name="图片 12"/>
          <p:cNvPicPr>
            <a:picLocks noChangeAspect="1"/>
          </p:cNvPicPr>
          <p:nvPr userDrawn="1"/>
        </p:nvPicPr>
        <p:blipFill>
          <a:blip r:embed="rId3">
            <a:alphaModFix amt="5000"/>
          </a:blip>
          <a:stretch>
            <a:fillRect/>
          </a:stretch>
        </p:blipFill>
        <p:spPr>
          <a:xfrm>
            <a:off x="0" y="0"/>
            <a:ext cx="12192000" cy="6858000"/>
          </a:xfrm>
          <a:prstGeom prst="rect">
            <a:avLst/>
          </a:prstGeom>
        </p:spPr>
      </p:pic>
      <p:pic>
        <p:nvPicPr>
          <p:cNvPr id="7" name="图片 6"/>
          <p:cNvPicPr>
            <a:picLocks noChangeAspect="1"/>
          </p:cNvPicPr>
          <p:nvPr userDrawn="1"/>
        </p:nvPicPr>
        <p:blipFill>
          <a:blip r:embed="rId4"/>
          <a:stretch>
            <a:fillRect/>
          </a:stretch>
        </p:blipFill>
        <p:spPr>
          <a:xfrm>
            <a:off x="9303932" y="336612"/>
            <a:ext cx="2453458" cy="228820"/>
          </a:xfrm>
          <a:prstGeom prst="rect">
            <a:avLst/>
          </a:prstGeom>
        </p:spPr>
      </p:pic>
      <p:sp>
        <p:nvSpPr>
          <p:cNvPr id="9" name="文本框 8"/>
          <p:cNvSpPr txBox="1"/>
          <p:nvPr userDrawn="1"/>
        </p:nvSpPr>
        <p:spPr>
          <a:xfrm>
            <a:off x="6413862" y="6305944"/>
            <a:ext cx="5472000" cy="215444"/>
          </a:xfrm>
          <a:prstGeom prst="rect">
            <a:avLst/>
          </a:prstGeom>
          <a:noFill/>
        </p:spPr>
        <p:txBody>
          <a:bodyPr wrap="square" rtlCol="0">
            <a:spAutoFit/>
          </a:bodyPr>
          <a:lstStyle/>
          <a:p>
            <a:pPr algn="r"/>
            <a:r>
              <a:rPr kumimoji="1" lang="zh-CN" altLang="en-US"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版权所有 </a:t>
            </a:r>
            <a:r>
              <a:rPr kumimoji="1" lang="en-US" altLang="zh-CN"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©2025 </a:t>
            </a:r>
            <a:r>
              <a:rPr kumimoji="1" lang="zh-CN" altLang="en-US"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欣旺达动力科技股份有限公司           </a:t>
            </a:r>
            <a:r>
              <a:rPr kumimoji="1" lang="en-GB" altLang="zh-CN"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Copyright © 2025 Sunwoda Mobility Energy Technology Co., Ltd.</a:t>
            </a:r>
            <a:endParaRPr kumimoji="1" lang="zh-CN" altLang="en-US"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endParaRPr>
          </a:p>
        </p:txBody>
      </p:sp>
      <p:pic>
        <p:nvPicPr>
          <p:cNvPr id="11" name="图片 10"/>
          <p:cNvPicPr>
            <a:picLocks noChangeAspect="1"/>
          </p:cNvPicPr>
          <p:nvPr userDrawn="1"/>
        </p:nvPicPr>
        <p:blipFill>
          <a:blip r:embed="rId5"/>
          <a:srcRect/>
          <a:stretch>
            <a:fillRect/>
          </a:stretch>
        </p:blipFill>
        <p:spPr>
          <a:xfrm>
            <a:off x="8120305" y="334810"/>
            <a:ext cx="946288" cy="254820"/>
          </a:xfrm>
          <a:prstGeom prst="rect">
            <a:avLst/>
          </a:prstGeom>
        </p:spPr>
      </p:pic>
      <p:sp>
        <p:nvSpPr>
          <p:cNvPr id="12" name="文本框 11"/>
          <p:cNvSpPr txBox="1"/>
          <p:nvPr userDrawn="1"/>
        </p:nvSpPr>
        <p:spPr>
          <a:xfrm>
            <a:off x="376491" y="244634"/>
            <a:ext cx="5344753" cy="338554"/>
          </a:xfrm>
          <a:prstGeom prst="rect">
            <a:avLst/>
          </a:prstGeom>
          <a:noFill/>
        </p:spPr>
        <p:txBody>
          <a:bodyPr wrap="square" rtlCol="0">
            <a:spAutoFit/>
          </a:bodyPr>
          <a:lstStyle/>
          <a:p>
            <a:pPr algn="l"/>
            <a:r>
              <a:rPr kumimoji="1" lang="zh-CN" altLang="en-US" sz="1600" b="1" spc="-20" dirty="0">
                <a:solidFill>
                  <a:srgbClr val="EEF4F8"/>
                </a:solidFill>
                <a:latin typeface="微软雅黑" panose="020B0503020204020204" pitchFamily="34" charset="-122"/>
                <a:ea typeface="微软雅黑" panose="020B0503020204020204" pitchFamily="34" charset="-122"/>
                <a:cs typeface="Alibaba PuHuiTi 3.0 45 Light" pitchFamily="18" charset="-122"/>
              </a:rPr>
              <a:t>▼</a:t>
            </a:r>
            <a:r>
              <a:rPr kumimoji="1" lang="en-US" altLang="zh-CN" sz="1600" b="1" spc="-20" dirty="0">
                <a:solidFill>
                  <a:srgbClr val="EEF4F8"/>
                </a:solidFill>
                <a:latin typeface="微软雅黑" panose="020B0503020204020204" pitchFamily="34" charset="-122"/>
                <a:ea typeface="微软雅黑" panose="020B0503020204020204" pitchFamily="34" charset="-122"/>
                <a:cs typeface="Alibaba PuHuiTi 3.0 45 Light" pitchFamily="18" charset="-122"/>
              </a:rPr>
              <a:t>  </a:t>
            </a:r>
            <a:r>
              <a:rPr kumimoji="1" lang="zh-CN" altLang="en-US" sz="1600" b="1" spc="-20" dirty="0">
                <a:solidFill>
                  <a:srgbClr val="DD001B"/>
                </a:solidFill>
                <a:latin typeface="微软雅黑" panose="020B0503020204020204" pitchFamily="34" charset="-122"/>
                <a:ea typeface="微软雅黑" panose="020B0503020204020204" pitchFamily="34" charset="-122"/>
                <a:cs typeface="Alibaba PuHuiTi 3.0 45 Light" pitchFamily="18" charset="-122"/>
              </a:rPr>
              <a:t>企业机密</a:t>
            </a:r>
            <a:r>
              <a:rPr kumimoji="1" lang="en-US" altLang="zh-CN" sz="1600" b="1" spc="-20" dirty="0">
                <a:solidFill>
                  <a:srgbClr val="DD001B"/>
                </a:solidFill>
                <a:latin typeface="微软雅黑" panose="020B0503020204020204" pitchFamily="34" charset="-122"/>
                <a:ea typeface="微软雅黑" panose="020B0503020204020204" pitchFamily="34" charset="-122"/>
                <a:cs typeface="Alibaba PuHuiTi 3.0 45 Light" pitchFamily="18" charset="-122"/>
              </a:rPr>
              <a:t> </a:t>
            </a:r>
            <a:r>
              <a:rPr kumimoji="1" lang="en-US" altLang="zh-CN" sz="16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Enterprise Secret</a:t>
            </a:r>
            <a:endParaRPr kumimoji="1" lang="zh-CN" altLang="en-US" sz="16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endParaRPr>
          </a:p>
        </p:txBody>
      </p:sp>
      <p:sp>
        <p:nvSpPr>
          <p:cNvPr id="2" name="标题 1"/>
          <p:cNvSpPr>
            <a:spLocks noGrp="1"/>
          </p:cNvSpPr>
          <p:nvPr>
            <p:ph type="title" hasCustomPrompt="1"/>
          </p:nvPr>
        </p:nvSpPr>
        <p:spPr>
          <a:xfrm>
            <a:off x="394335" y="2068830"/>
            <a:ext cx="10515600" cy="1498600"/>
          </a:xfrm>
        </p:spPr>
        <p:txBody>
          <a:bodyPr/>
          <a:lstStyle>
            <a:lvl1pPr marL="0" indent="0" eaLnBrk="1" fontAlgn="base" latinLnBrk="0" hangingPunct="1">
              <a:lnSpc>
                <a:spcPts val="5600"/>
              </a:lnSpc>
              <a:defRPr sz="48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fontAlgn="base"/>
            <a:r>
              <a:rPr kumimoji="1" lang="zh-CN" altLang="en-US"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主标题：字号</a:t>
            </a:r>
            <a:r>
              <a:rPr kumimoji="1" lang="en-US" altLang="zh-CN"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48</a:t>
            </a:r>
            <a:r>
              <a:rPr kumimoji="1" lang="zh-CN" altLang="en-US"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，行间距</a:t>
            </a:r>
            <a:r>
              <a:rPr kumimoji="1" lang="en-US" altLang="zh-CN"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56</a:t>
            </a:r>
            <a:br>
              <a:rPr kumimoji="1" lang="en-US" altLang="zh-CN" dirty="0">
                <a:solidFill>
                  <a:srgbClr val="EEF4F8"/>
                </a:solidFill>
                <a:latin typeface="微软雅黑" panose="020B0503020204020204" pitchFamily="34" charset="-122"/>
                <a:ea typeface="微软雅黑" panose="020B0503020204020204" pitchFamily="34" charset="-122"/>
                <a:cs typeface="Alibaba PuHuiTi 3.0 45 Light" pitchFamily="18" charset="-122"/>
              </a:rPr>
            </a:br>
            <a:r>
              <a:rPr kumimoji="1" lang="zh-CN" altLang="en-US"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单行建议十字以内</a:t>
            </a:r>
            <a:endParaRPr lang="en-US" altLang="zh-CN" strike="noStrike" noProof="1"/>
          </a:p>
        </p:txBody>
      </p:sp>
      <p:sp>
        <p:nvSpPr>
          <p:cNvPr id="18" name="副标题 17"/>
          <p:cNvSpPr>
            <a:spLocks noGrp="1"/>
          </p:cNvSpPr>
          <p:nvPr>
            <p:ph type="subTitle" idx="1" hasCustomPrompt="1"/>
            <p:custDataLst>
              <p:tags r:id="rId6"/>
            </p:custDataLst>
          </p:nvPr>
        </p:nvSpPr>
        <p:spPr>
          <a:xfrm>
            <a:off x="399415" y="4253230"/>
            <a:ext cx="6033135" cy="386715"/>
          </a:xfrm>
        </p:spPr>
        <p:txBody>
          <a:bodyPr lIns="90000" tIns="46800" rIns="90000" bIns="46800">
            <a:normAutofit/>
          </a:bodyPr>
          <a:lstStyle>
            <a:lvl1pPr marL="0" indent="0" algn="l">
              <a:lnSpc>
                <a:spcPct val="110000"/>
              </a:lnSpc>
              <a:buNone/>
              <a:defRPr sz="1600" u="none" strike="noStrike" kern="0" cap="none" spc="0" normalizeH="0">
                <a:solidFill>
                  <a:schemeClr val="bg1"/>
                </a:solidFill>
                <a:uFillTx/>
                <a:latin typeface="微软雅黑" panose="020B0503020204020204" pitchFamily="34" charset="-122"/>
                <a:ea typeface="微软雅黑" panose="020B0503020204020204" pitchFamily="34" charset="-122"/>
                <a:cs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报告编制部门：字号</a:t>
            </a:r>
            <a:r>
              <a:rPr lang="en-US" altLang="zh-CN" dirty="0"/>
              <a:t>16       </a:t>
            </a:r>
            <a:r>
              <a:rPr lang="zh-CN" altLang="en-US" dirty="0"/>
              <a:t>编制人：</a:t>
            </a:r>
            <a:r>
              <a:rPr lang="en-US" altLang="zh-CN" dirty="0"/>
              <a:t>XXXXXX          2025.11.06</a:t>
            </a:r>
            <a:endParaRPr lang="en-US" altLang="zh-CN" dirty="0"/>
          </a:p>
        </p:txBody>
      </p:sp>
      <p:sp>
        <p:nvSpPr>
          <p:cNvPr id="8" name="文本框 7"/>
          <p:cNvSpPr txBox="1"/>
          <p:nvPr userDrawn="1"/>
        </p:nvSpPr>
        <p:spPr>
          <a:xfrm>
            <a:off x="9228058" y="539956"/>
            <a:ext cx="2605207" cy="307777"/>
          </a:xfrm>
          <a:prstGeom prst="rect">
            <a:avLst/>
          </a:prstGeom>
          <a:noFill/>
        </p:spPr>
        <p:txBody>
          <a:bodyPr wrap="square" rtlCol="0">
            <a:spAutoFit/>
          </a:bodyPr>
          <a:lstStyle/>
          <a:p>
            <a:pPr algn="r"/>
            <a:r>
              <a:rPr kumimoji="1" lang="en-US" altLang="zh-CN" sz="1400" b="0" i="0" spc="120" baseline="0" dirty="0" err="1">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www.sevb.com</a:t>
            </a:r>
            <a:endParaRPr kumimoji="1" lang="zh-CN" altLang="en-US" sz="1400" b="0" i="0" spc="120" baseline="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企业绝密】幻灯片首页">
    <p:bg>
      <p:bgPr>
        <a:solidFill>
          <a:srgbClr val="EEF4F8"/>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6858000"/>
          </a:xfrm>
          <a:prstGeom prst="rect">
            <a:avLst/>
          </a:prstGeom>
        </p:spPr>
      </p:pic>
      <p:pic>
        <p:nvPicPr>
          <p:cNvPr id="13" name="图片 12"/>
          <p:cNvPicPr>
            <a:picLocks noChangeAspect="1"/>
          </p:cNvPicPr>
          <p:nvPr userDrawn="1"/>
        </p:nvPicPr>
        <p:blipFill>
          <a:blip r:embed="rId3">
            <a:alphaModFix amt="5000"/>
          </a:blip>
          <a:stretch>
            <a:fillRect/>
          </a:stretch>
        </p:blipFill>
        <p:spPr>
          <a:xfrm>
            <a:off x="0" y="0"/>
            <a:ext cx="12192000" cy="6858000"/>
          </a:xfrm>
          <a:prstGeom prst="rect">
            <a:avLst/>
          </a:prstGeom>
        </p:spPr>
      </p:pic>
      <p:pic>
        <p:nvPicPr>
          <p:cNvPr id="7" name="图片 6"/>
          <p:cNvPicPr>
            <a:picLocks noChangeAspect="1"/>
          </p:cNvPicPr>
          <p:nvPr userDrawn="1"/>
        </p:nvPicPr>
        <p:blipFill>
          <a:blip r:embed="rId4"/>
          <a:stretch>
            <a:fillRect/>
          </a:stretch>
        </p:blipFill>
        <p:spPr>
          <a:xfrm>
            <a:off x="9303932" y="336612"/>
            <a:ext cx="2453458" cy="228820"/>
          </a:xfrm>
          <a:prstGeom prst="rect">
            <a:avLst/>
          </a:prstGeom>
        </p:spPr>
      </p:pic>
      <p:sp>
        <p:nvSpPr>
          <p:cNvPr id="9" name="文本框 8"/>
          <p:cNvSpPr txBox="1"/>
          <p:nvPr userDrawn="1"/>
        </p:nvSpPr>
        <p:spPr>
          <a:xfrm>
            <a:off x="6413862" y="6305944"/>
            <a:ext cx="5472000" cy="215444"/>
          </a:xfrm>
          <a:prstGeom prst="rect">
            <a:avLst/>
          </a:prstGeom>
          <a:noFill/>
        </p:spPr>
        <p:txBody>
          <a:bodyPr wrap="square" rtlCol="0">
            <a:spAutoFit/>
          </a:bodyPr>
          <a:lstStyle/>
          <a:p>
            <a:pPr algn="r"/>
            <a:r>
              <a:rPr kumimoji="1" lang="zh-CN" altLang="en-US"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版权所有 </a:t>
            </a:r>
            <a:r>
              <a:rPr kumimoji="1" lang="en-US" altLang="zh-CN"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©2025 </a:t>
            </a:r>
            <a:r>
              <a:rPr kumimoji="1" lang="zh-CN" altLang="en-US"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欣旺达动力科技股份有限公司           </a:t>
            </a:r>
            <a:r>
              <a:rPr kumimoji="1" lang="en-GB" altLang="zh-CN"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Copyright © 2025 Sunwoda Mobility Energy Technology Co., Ltd.</a:t>
            </a:r>
            <a:endParaRPr kumimoji="1" lang="zh-CN" altLang="en-US"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endParaRPr>
          </a:p>
        </p:txBody>
      </p:sp>
      <p:pic>
        <p:nvPicPr>
          <p:cNvPr id="11" name="图片 10"/>
          <p:cNvPicPr>
            <a:picLocks noChangeAspect="1"/>
          </p:cNvPicPr>
          <p:nvPr userDrawn="1"/>
        </p:nvPicPr>
        <p:blipFill>
          <a:blip r:embed="rId5"/>
          <a:srcRect/>
          <a:stretch>
            <a:fillRect/>
          </a:stretch>
        </p:blipFill>
        <p:spPr>
          <a:xfrm>
            <a:off x="8120305" y="334810"/>
            <a:ext cx="946288" cy="254820"/>
          </a:xfrm>
          <a:prstGeom prst="rect">
            <a:avLst/>
          </a:prstGeom>
        </p:spPr>
      </p:pic>
      <p:sp>
        <p:nvSpPr>
          <p:cNvPr id="12" name="文本框 11"/>
          <p:cNvSpPr txBox="1"/>
          <p:nvPr userDrawn="1"/>
        </p:nvSpPr>
        <p:spPr>
          <a:xfrm>
            <a:off x="376491" y="244634"/>
            <a:ext cx="5344753" cy="338554"/>
          </a:xfrm>
          <a:prstGeom prst="rect">
            <a:avLst/>
          </a:prstGeom>
          <a:noFill/>
        </p:spPr>
        <p:txBody>
          <a:bodyPr wrap="square" rtlCol="0">
            <a:spAutoFit/>
          </a:bodyPr>
          <a:lstStyle/>
          <a:p>
            <a:pPr algn="l"/>
            <a:r>
              <a:rPr kumimoji="1" lang="zh-CN" altLang="en-US" sz="1600" b="1" spc="-20" dirty="0">
                <a:solidFill>
                  <a:srgbClr val="EEF4F8"/>
                </a:solidFill>
                <a:latin typeface="微软雅黑" panose="020B0503020204020204" pitchFamily="34" charset="-122"/>
                <a:ea typeface="微软雅黑" panose="020B0503020204020204" pitchFamily="34" charset="-122"/>
                <a:cs typeface="Alibaba PuHuiTi 3.0 45 Light" pitchFamily="18" charset="-122"/>
              </a:rPr>
              <a:t>▼</a:t>
            </a:r>
            <a:r>
              <a:rPr kumimoji="1" lang="en-US" altLang="zh-CN" sz="1600" b="1" spc="-20" dirty="0">
                <a:solidFill>
                  <a:srgbClr val="EEF4F8"/>
                </a:solidFill>
                <a:latin typeface="微软雅黑" panose="020B0503020204020204" pitchFamily="34" charset="-122"/>
                <a:ea typeface="微软雅黑" panose="020B0503020204020204" pitchFamily="34" charset="-122"/>
                <a:cs typeface="Alibaba PuHuiTi 3.0 45 Light" pitchFamily="18" charset="-122"/>
              </a:rPr>
              <a:t>  </a:t>
            </a:r>
            <a:r>
              <a:rPr kumimoji="1" lang="zh-CN" altLang="en-US" sz="1600" b="1" spc="-20" dirty="0">
                <a:solidFill>
                  <a:srgbClr val="DD001B"/>
                </a:solidFill>
                <a:latin typeface="微软雅黑" panose="020B0503020204020204" pitchFamily="34" charset="-122"/>
                <a:ea typeface="微软雅黑" panose="020B0503020204020204" pitchFamily="34" charset="-122"/>
                <a:cs typeface="Alibaba PuHuiTi 3.0 45 Light" pitchFamily="18" charset="-122"/>
              </a:rPr>
              <a:t>内部公开</a:t>
            </a:r>
            <a:r>
              <a:rPr kumimoji="1" lang="en-US" altLang="zh-CN" sz="1600" b="1" spc="-20" dirty="0">
                <a:solidFill>
                  <a:srgbClr val="DD001B"/>
                </a:solidFill>
                <a:latin typeface="微软雅黑" panose="020B0503020204020204" pitchFamily="34" charset="-122"/>
                <a:ea typeface="微软雅黑" panose="020B0503020204020204" pitchFamily="34" charset="-122"/>
                <a:cs typeface="Alibaba PuHuiTi 3.0 45 Light" pitchFamily="18" charset="-122"/>
              </a:rPr>
              <a:t> </a:t>
            </a:r>
            <a:r>
              <a:rPr kumimoji="1" lang="en-US" altLang="zh-CN" sz="16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Internal Disclosure</a:t>
            </a:r>
            <a:endParaRPr kumimoji="1" lang="zh-CN" altLang="en-US" sz="16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endParaRPr>
          </a:p>
        </p:txBody>
      </p:sp>
      <p:sp>
        <p:nvSpPr>
          <p:cNvPr id="2" name="标题 1"/>
          <p:cNvSpPr>
            <a:spLocks noGrp="1"/>
          </p:cNvSpPr>
          <p:nvPr>
            <p:ph type="title" hasCustomPrompt="1"/>
          </p:nvPr>
        </p:nvSpPr>
        <p:spPr>
          <a:xfrm>
            <a:off x="394335" y="2068830"/>
            <a:ext cx="10515600" cy="1515745"/>
          </a:xfrm>
        </p:spPr>
        <p:txBody>
          <a:bodyPr/>
          <a:lstStyle>
            <a:lvl1pPr marL="0" indent="0" eaLnBrk="1" fontAlgn="base" latinLnBrk="0" hangingPunct="1">
              <a:lnSpc>
                <a:spcPts val="5600"/>
              </a:lnSpc>
              <a:defRPr sz="48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fontAlgn="base"/>
            <a:r>
              <a:rPr kumimoji="1" lang="zh-CN" altLang="en-US"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主标题：字号</a:t>
            </a:r>
            <a:r>
              <a:rPr kumimoji="1" lang="en-US" altLang="zh-CN"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48</a:t>
            </a:r>
            <a:r>
              <a:rPr kumimoji="1" lang="zh-CN" altLang="en-US"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，行间距</a:t>
            </a:r>
            <a:r>
              <a:rPr kumimoji="1" lang="en-US" altLang="zh-CN"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56</a:t>
            </a:r>
            <a:br>
              <a:rPr kumimoji="1" lang="en-US" altLang="zh-CN" dirty="0">
                <a:solidFill>
                  <a:srgbClr val="EEF4F8"/>
                </a:solidFill>
                <a:latin typeface="微软雅黑" panose="020B0503020204020204" pitchFamily="34" charset="-122"/>
                <a:ea typeface="微软雅黑" panose="020B0503020204020204" pitchFamily="34" charset="-122"/>
                <a:cs typeface="Alibaba PuHuiTi 3.0 45 Light" pitchFamily="18" charset="-122"/>
              </a:rPr>
            </a:br>
            <a:r>
              <a:rPr kumimoji="1" lang="zh-CN" altLang="en-US"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单行建议十字以内</a:t>
            </a:r>
            <a:endParaRPr lang="en-US" altLang="zh-CN" strike="noStrike" noProof="1"/>
          </a:p>
        </p:txBody>
      </p:sp>
      <p:sp>
        <p:nvSpPr>
          <p:cNvPr id="18" name="副标题 17"/>
          <p:cNvSpPr>
            <a:spLocks noGrp="1"/>
          </p:cNvSpPr>
          <p:nvPr>
            <p:ph type="subTitle" idx="1" hasCustomPrompt="1"/>
            <p:custDataLst>
              <p:tags r:id="rId6"/>
            </p:custDataLst>
          </p:nvPr>
        </p:nvSpPr>
        <p:spPr>
          <a:xfrm>
            <a:off x="399415" y="4253230"/>
            <a:ext cx="6033135" cy="386715"/>
          </a:xfrm>
        </p:spPr>
        <p:txBody>
          <a:bodyPr lIns="90000" tIns="46800" rIns="90000" bIns="46800">
            <a:normAutofit/>
          </a:bodyPr>
          <a:lstStyle>
            <a:lvl1pPr marL="0" indent="0" algn="l">
              <a:lnSpc>
                <a:spcPct val="110000"/>
              </a:lnSpc>
              <a:buNone/>
              <a:defRPr sz="1600" u="none" strike="noStrike" kern="0" cap="none" spc="0" normalizeH="0">
                <a:solidFill>
                  <a:schemeClr val="bg1"/>
                </a:solidFill>
                <a:uFillTx/>
                <a:latin typeface="微软雅黑" panose="020B0503020204020204" pitchFamily="34" charset="-122"/>
                <a:ea typeface="微软雅黑" panose="020B0503020204020204" pitchFamily="34" charset="-122"/>
                <a:cs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报告编制部门：字号</a:t>
            </a:r>
            <a:r>
              <a:rPr lang="en-US" altLang="zh-CN" dirty="0"/>
              <a:t>16       </a:t>
            </a:r>
            <a:r>
              <a:rPr lang="zh-CN" altLang="en-US" dirty="0"/>
              <a:t>编制人：</a:t>
            </a:r>
            <a:r>
              <a:rPr lang="en-US" altLang="zh-CN" dirty="0"/>
              <a:t>XXXXXX          2025.11.06</a:t>
            </a:r>
            <a:endParaRPr lang="en-US" altLang="zh-CN" dirty="0"/>
          </a:p>
        </p:txBody>
      </p:sp>
      <p:sp>
        <p:nvSpPr>
          <p:cNvPr id="8" name="文本框 7"/>
          <p:cNvSpPr txBox="1"/>
          <p:nvPr userDrawn="1"/>
        </p:nvSpPr>
        <p:spPr>
          <a:xfrm>
            <a:off x="9228058" y="539956"/>
            <a:ext cx="2605207" cy="307777"/>
          </a:xfrm>
          <a:prstGeom prst="rect">
            <a:avLst/>
          </a:prstGeom>
          <a:noFill/>
        </p:spPr>
        <p:txBody>
          <a:bodyPr wrap="square" rtlCol="0">
            <a:spAutoFit/>
          </a:bodyPr>
          <a:lstStyle/>
          <a:p>
            <a:pPr algn="r"/>
            <a:r>
              <a:rPr kumimoji="1" lang="en-US" altLang="zh-CN" sz="1400" b="0" i="0" spc="120" baseline="0" dirty="0" err="1">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www.sevb.com</a:t>
            </a:r>
            <a:endParaRPr kumimoji="1" lang="zh-CN" altLang="en-US" sz="1400" b="0" i="0" spc="120" baseline="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待定密*暂不公开】幻灯片首页">
    <p:bg>
      <p:bgPr>
        <a:solidFill>
          <a:srgbClr val="EEF4F8"/>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stretch>
            <a:fillRect/>
          </a:stretch>
        </p:blipFill>
        <p:spPr>
          <a:xfrm>
            <a:off x="0" y="0"/>
            <a:ext cx="12192000" cy="6858000"/>
          </a:xfrm>
          <a:prstGeom prst="rect">
            <a:avLst/>
          </a:prstGeom>
        </p:spPr>
      </p:pic>
      <p:pic>
        <p:nvPicPr>
          <p:cNvPr id="11" name="图片 10"/>
          <p:cNvPicPr>
            <a:picLocks noChangeAspect="1"/>
          </p:cNvPicPr>
          <p:nvPr userDrawn="1"/>
        </p:nvPicPr>
        <p:blipFill>
          <a:blip r:embed="rId3">
            <a:alphaModFix amt="5000"/>
          </a:blip>
          <a:stretch>
            <a:fillRect/>
          </a:stretch>
        </p:blipFill>
        <p:spPr>
          <a:xfrm>
            <a:off x="0" y="0"/>
            <a:ext cx="12192000" cy="6858000"/>
          </a:xfrm>
          <a:prstGeom prst="rect">
            <a:avLst/>
          </a:prstGeom>
        </p:spPr>
      </p:pic>
      <p:pic>
        <p:nvPicPr>
          <p:cNvPr id="7" name="图片 6"/>
          <p:cNvPicPr>
            <a:picLocks noChangeAspect="1"/>
          </p:cNvPicPr>
          <p:nvPr userDrawn="1"/>
        </p:nvPicPr>
        <p:blipFill>
          <a:blip r:embed="rId4"/>
          <a:stretch>
            <a:fillRect/>
          </a:stretch>
        </p:blipFill>
        <p:spPr>
          <a:xfrm>
            <a:off x="9303932" y="336612"/>
            <a:ext cx="2453458" cy="228820"/>
          </a:xfrm>
          <a:prstGeom prst="rect">
            <a:avLst/>
          </a:prstGeom>
        </p:spPr>
      </p:pic>
      <p:sp>
        <p:nvSpPr>
          <p:cNvPr id="8" name="文本框 7"/>
          <p:cNvSpPr txBox="1"/>
          <p:nvPr userDrawn="1"/>
        </p:nvSpPr>
        <p:spPr>
          <a:xfrm>
            <a:off x="6413862" y="6305944"/>
            <a:ext cx="5472000" cy="215444"/>
          </a:xfrm>
          <a:prstGeom prst="rect">
            <a:avLst/>
          </a:prstGeom>
          <a:noFill/>
        </p:spPr>
        <p:txBody>
          <a:bodyPr wrap="square" rtlCol="0">
            <a:spAutoFit/>
          </a:bodyPr>
          <a:lstStyle/>
          <a:p>
            <a:pPr algn="r"/>
            <a:r>
              <a:rPr kumimoji="1" lang="zh-CN" altLang="en-US"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版权所有 </a:t>
            </a:r>
            <a:r>
              <a:rPr kumimoji="1" lang="en-US" altLang="zh-CN"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©2025 </a:t>
            </a:r>
            <a:r>
              <a:rPr kumimoji="1" lang="zh-CN" altLang="en-US"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欣旺达动力科技股份有限公司           </a:t>
            </a:r>
            <a:r>
              <a:rPr kumimoji="1" lang="en-GB" altLang="zh-CN"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Copyright © 2025 Sunwoda Mobility Energy Technology Co., Ltd.</a:t>
            </a:r>
            <a:endParaRPr kumimoji="1" lang="zh-CN" altLang="en-US" sz="8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endParaRPr>
          </a:p>
        </p:txBody>
      </p:sp>
      <p:pic>
        <p:nvPicPr>
          <p:cNvPr id="9" name="图片 8"/>
          <p:cNvPicPr>
            <a:picLocks noChangeAspect="1"/>
          </p:cNvPicPr>
          <p:nvPr userDrawn="1"/>
        </p:nvPicPr>
        <p:blipFill>
          <a:blip r:embed="rId5"/>
          <a:srcRect/>
          <a:stretch>
            <a:fillRect/>
          </a:stretch>
        </p:blipFill>
        <p:spPr>
          <a:xfrm>
            <a:off x="8120305" y="334810"/>
            <a:ext cx="946288" cy="254820"/>
          </a:xfrm>
          <a:prstGeom prst="rect">
            <a:avLst/>
          </a:prstGeom>
        </p:spPr>
      </p:pic>
      <p:sp>
        <p:nvSpPr>
          <p:cNvPr id="10" name="文本框 9"/>
          <p:cNvSpPr txBox="1"/>
          <p:nvPr userDrawn="1"/>
        </p:nvSpPr>
        <p:spPr>
          <a:xfrm>
            <a:off x="376491" y="244634"/>
            <a:ext cx="7121589" cy="338554"/>
          </a:xfrm>
          <a:prstGeom prst="rect">
            <a:avLst/>
          </a:prstGeom>
          <a:noFill/>
        </p:spPr>
        <p:txBody>
          <a:bodyPr wrap="square" rtlCol="0">
            <a:spAutoFit/>
          </a:bodyPr>
          <a:lstStyle/>
          <a:p>
            <a:pPr algn="l"/>
            <a:r>
              <a:rPr kumimoji="1" lang="zh-CN" altLang="en-US" sz="1600" b="1" spc="-20" dirty="0">
                <a:solidFill>
                  <a:srgbClr val="EEF4F8"/>
                </a:solidFill>
                <a:latin typeface="微软雅黑" panose="020B0503020204020204" pitchFamily="34" charset="-122"/>
                <a:ea typeface="微软雅黑" panose="020B0503020204020204" pitchFamily="34" charset="-122"/>
                <a:cs typeface="Alibaba PuHuiTi 3.0 45 Light" pitchFamily="18" charset="-122"/>
              </a:rPr>
              <a:t>▼</a:t>
            </a:r>
            <a:r>
              <a:rPr kumimoji="1" lang="en-US" altLang="zh-CN" sz="1600" b="1" spc="-20" dirty="0">
                <a:solidFill>
                  <a:srgbClr val="EEF4F8"/>
                </a:solidFill>
                <a:latin typeface="微软雅黑" panose="020B0503020204020204" pitchFamily="34" charset="-122"/>
                <a:ea typeface="微软雅黑" panose="020B0503020204020204" pitchFamily="34" charset="-122"/>
                <a:cs typeface="Alibaba PuHuiTi 3.0 45 Light" pitchFamily="18" charset="-122"/>
              </a:rPr>
              <a:t>  </a:t>
            </a:r>
            <a:r>
              <a:rPr kumimoji="1" lang="zh-CN" altLang="en-US" sz="1600" b="1" spc="-20" dirty="0">
                <a:solidFill>
                  <a:srgbClr val="DD001B"/>
                </a:solidFill>
                <a:latin typeface="微软雅黑" panose="020B0503020204020204" pitchFamily="34" charset="-122"/>
                <a:ea typeface="微软雅黑" panose="020B0503020204020204" pitchFamily="34" charset="-122"/>
                <a:cs typeface="Alibaba PuHuiTi 3.0 45 Light" pitchFamily="18" charset="-122"/>
              </a:rPr>
              <a:t>待定密*暂不公开</a:t>
            </a:r>
            <a:r>
              <a:rPr kumimoji="1" lang="en-US" altLang="zh-CN" sz="1600" b="1" spc="-20" dirty="0">
                <a:solidFill>
                  <a:srgbClr val="DD001B"/>
                </a:solidFill>
                <a:latin typeface="微软雅黑" panose="020B0503020204020204" pitchFamily="34" charset="-122"/>
                <a:ea typeface="微软雅黑" panose="020B0503020204020204" pitchFamily="34" charset="-122"/>
                <a:cs typeface="Alibaba PuHuiTi 3.0 45 Light" pitchFamily="18" charset="-122"/>
              </a:rPr>
              <a:t>  </a:t>
            </a:r>
            <a:r>
              <a:rPr kumimoji="1" lang="en-US" altLang="zh-CN" sz="16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Pending Confidentiality * Not Yet Disclosed</a:t>
            </a:r>
            <a:endParaRPr kumimoji="1" lang="zh-CN" altLang="en-US" sz="1600" b="0" i="0" spc="-2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endParaRPr>
          </a:p>
        </p:txBody>
      </p:sp>
      <p:sp>
        <p:nvSpPr>
          <p:cNvPr id="12" name="标题 11"/>
          <p:cNvSpPr>
            <a:spLocks noGrp="1"/>
          </p:cNvSpPr>
          <p:nvPr>
            <p:ph type="title" hasCustomPrompt="1"/>
          </p:nvPr>
        </p:nvSpPr>
        <p:spPr>
          <a:xfrm>
            <a:off x="394335" y="2068830"/>
            <a:ext cx="10515600" cy="1506220"/>
          </a:xfrm>
        </p:spPr>
        <p:txBody>
          <a:bodyPr/>
          <a:lstStyle>
            <a:lvl1pPr marL="0" indent="0" eaLnBrk="1" fontAlgn="base" latinLnBrk="0" hangingPunct="1">
              <a:lnSpc>
                <a:spcPts val="5600"/>
              </a:lnSpc>
              <a:defRPr sz="4800" b="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fontAlgn="base"/>
            <a:r>
              <a:rPr kumimoji="1" lang="zh-CN" altLang="en-US"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主标题：字号</a:t>
            </a:r>
            <a:r>
              <a:rPr kumimoji="1" lang="en-US" altLang="zh-CN"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48</a:t>
            </a:r>
            <a:r>
              <a:rPr kumimoji="1" lang="zh-CN" altLang="en-US"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，行间距</a:t>
            </a:r>
            <a:r>
              <a:rPr kumimoji="1" lang="en-US" altLang="zh-CN"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56</a:t>
            </a:r>
            <a:br>
              <a:rPr kumimoji="1" lang="en-US" altLang="zh-CN" dirty="0">
                <a:solidFill>
                  <a:srgbClr val="EEF4F8"/>
                </a:solidFill>
                <a:latin typeface="微软雅黑" panose="020B0503020204020204" pitchFamily="34" charset="-122"/>
                <a:ea typeface="微软雅黑" panose="020B0503020204020204" pitchFamily="34" charset="-122"/>
                <a:cs typeface="Alibaba PuHuiTi 3.0 45 Light" pitchFamily="18" charset="-122"/>
              </a:rPr>
            </a:br>
            <a:r>
              <a:rPr kumimoji="1" lang="zh-CN" altLang="en-US" dirty="0">
                <a:solidFill>
                  <a:srgbClr val="EEF4F8"/>
                </a:solidFill>
                <a:latin typeface="微软雅黑" panose="020B0503020204020204" pitchFamily="34" charset="-122"/>
                <a:ea typeface="微软雅黑" panose="020B0503020204020204" pitchFamily="34" charset="-122"/>
                <a:cs typeface="Alibaba PuHuiTi 3.0 45 Light" pitchFamily="18" charset="-122"/>
                <a:sym typeface="+mn-ea"/>
              </a:rPr>
              <a:t>单行建议十字以内</a:t>
            </a:r>
            <a:endParaRPr lang="en-US" altLang="zh-CN" strike="noStrike" noProof="1"/>
          </a:p>
        </p:txBody>
      </p:sp>
      <p:sp>
        <p:nvSpPr>
          <p:cNvPr id="18" name="副标题 17"/>
          <p:cNvSpPr>
            <a:spLocks noGrp="1"/>
          </p:cNvSpPr>
          <p:nvPr>
            <p:ph type="subTitle" idx="1" hasCustomPrompt="1"/>
            <p:custDataLst>
              <p:tags r:id="rId6"/>
            </p:custDataLst>
          </p:nvPr>
        </p:nvSpPr>
        <p:spPr>
          <a:xfrm>
            <a:off x="399415" y="4253230"/>
            <a:ext cx="6033135" cy="439420"/>
          </a:xfrm>
        </p:spPr>
        <p:txBody>
          <a:bodyPr lIns="90000" tIns="46800" rIns="90000" bIns="46800">
            <a:normAutofit/>
          </a:bodyPr>
          <a:lstStyle>
            <a:lvl1pPr marL="0" indent="0" algn="l">
              <a:lnSpc>
                <a:spcPct val="110000"/>
              </a:lnSpc>
              <a:buNone/>
              <a:defRPr sz="1600" u="none" strike="noStrike" kern="0" cap="none" spc="0" normalizeH="0">
                <a:solidFill>
                  <a:schemeClr val="bg1"/>
                </a:solidFill>
                <a:uFillTx/>
                <a:latin typeface="微软雅黑" panose="020B0503020204020204" pitchFamily="34" charset="-122"/>
                <a:ea typeface="微软雅黑" panose="020B0503020204020204" pitchFamily="34" charset="-122"/>
                <a:cs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报告编制部门：字号</a:t>
            </a:r>
            <a:r>
              <a:rPr lang="en-US" altLang="zh-CN" dirty="0"/>
              <a:t>16       </a:t>
            </a:r>
            <a:r>
              <a:rPr lang="zh-CN" altLang="en-US" dirty="0"/>
              <a:t>编制人：</a:t>
            </a:r>
            <a:r>
              <a:rPr lang="en-US" altLang="zh-CN" dirty="0"/>
              <a:t>XXXXXX          2025.11.06</a:t>
            </a:r>
            <a:endParaRPr lang="en-US" altLang="zh-CN" dirty="0"/>
          </a:p>
        </p:txBody>
      </p:sp>
      <p:sp>
        <p:nvSpPr>
          <p:cNvPr id="2" name="文本框 1"/>
          <p:cNvSpPr txBox="1"/>
          <p:nvPr userDrawn="1"/>
        </p:nvSpPr>
        <p:spPr>
          <a:xfrm>
            <a:off x="9228058" y="539956"/>
            <a:ext cx="2605207" cy="307777"/>
          </a:xfrm>
          <a:prstGeom prst="rect">
            <a:avLst/>
          </a:prstGeom>
          <a:noFill/>
        </p:spPr>
        <p:txBody>
          <a:bodyPr wrap="square" rtlCol="0">
            <a:spAutoFit/>
          </a:bodyPr>
          <a:lstStyle/>
          <a:p>
            <a:pPr algn="r"/>
            <a:r>
              <a:rPr kumimoji="1" lang="en-US" altLang="zh-CN" sz="1400" b="0" i="0" spc="120" baseline="0" dirty="0" err="1">
                <a:solidFill>
                  <a:srgbClr val="EEF4F8"/>
                </a:solidFill>
                <a:latin typeface="微软雅黑 Light" panose="020B0502040204020203" pitchFamily="34" charset="-122"/>
                <a:ea typeface="微软雅黑 Light" panose="020B0502040204020203" pitchFamily="34" charset="-122"/>
                <a:cs typeface="Alibaba PuHuiTi 3.0 45 Light" pitchFamily="18" charset="-122"/>
              </a:rPr>
              <a:t>www.sevb.com</a:t>
            </a:r>
            <a:endParaRPr kumimoji="1" lang="zh-CN" altLang="en-US" sz="1400" b="0" i="0" spc="120" baseline="0" dirty="0">
              <a:solidFill>
                <a:srgbClr val="EEF4F8"/>
              </a:solidFill>
              <a:latin typeface="微软雅黑 Light" panose="020B0502040204020203" pitchFamily="34" charset="-122"/>
              <a:ea typeface="微软雅黑 Light" panose="020B0502040204020203" pitchFamily="34" charset="-122"/>
              <a:cs typeface="Alibaba PuHuiTi 3.0 45 Light" pitchFamily="18"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录">
    <p:bg>
      <p:bgPr>
        <a:solidFill>
          <a:srgbClr val="EEF4F8"/>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srcRect/>
          <a:stretch>
            <a:fillRect/>
          </a:stretch>
        </p:blipFill>
        <p:spPr>
          <a:xfrm>
            <a:off x="9432414" y="327647"/>
            <a:ext cx="2453448" cy="228819"/>
          </a:xfrm>
          <a:prstGeom prst="rect">
            <a:avLst/>
          </a:prstGeom>
        </p:spPr>
      </p:pic>
      <p:sp>
        <p:nvSpPr>
          <p:cNvPr id="6" name="文本框 5"/>
          <p:cNvSpPr txBox="1"/>
          <p:nvPr userDrawn="1"/>
        </p:nvSpPr>
        <p:spPr>
          <a:xfrm>
            <a:off x="6413862" y="6305944"/>
            <a:ext cx="5472000" cy="215444"/>
          </a:xfrm>
          <a:prstGeom prst="rect">
            <a:avLst/>
          </a:prstGeom>
          <a:noFill/>
        </p:spPr>
        <p:txBody>
          <a:bodyPr wrap="square" rtlCol="0">
            <a:spAutoFit/>
          </a:bodyPr>
          <a:lstStyle/>
          <a:p>
            <a:pPr algn="r"/>
            <a:r>
              <a:rPr kumimoji="1" lang="zh-CN" altLang="en-US" sz="800" b="0" i="0" spc="-20" dirty="0">
                <a:solidFill>
                  <a:srgbClr val="ABB1B4"/>
                </a:solidFill>
                <a:latin typeface="微软雅黑 Light" panose="020B0502040204020203" pitchFamily="34" charset="-122"/>
                <a:ea typeface="微软雅黑 Light" panose="020B0502040204020203" pitchFamily="34" charset="-122"/>
                <a:cs typeface="Alibaba PuHuiTi 3.0 45 Light" pitchFamily="18" charset="-122"/>
              </a:rPr>
              <a:t>版权所有 </a:t>
            </a:r>
            <a:r>
              <a:rPr kumimoji="1" lang="en-US" altLang="zh-CN" sz="800" b="0" i="0" spc="-20" dirty="0">
                <a:solidFill>
                  <a:srgbClr val="ABB1B4"/>
                </a:solidFill>
                <a:latin typeface="微软雅黑 Light" panose="020B0502040204020203" pitchFamily="34" charset="-122"/>
                <a:ea typeface="微软雅黑 Light" panose="020B0502040204020203" pitchFamily="34" charset="-122"/>
                <a:cs typeface="Alibaba PuHuiTi 3.0 45 Light" pitchFamily="18" charset="-122"/>
              </a:rPr>
              <a:t>©2025 </a:t>
            </a:r>
            <a:r>
              <a:rPr kumimoji="1" lang="zh-CN" altLang="en-US" sz="800" b="0" i="0" spc="-20" dirty="0">
                <a:solidFill>
                  <a:srgbClr val="ABB1B4"/>
                </a:solidFill>
                <a:latin typeface="微软雅黑 Light" panose="020B0502040204020203" pitchFamily="34" charset="-122"/>
                <a:ea typeface="微软雅黑 Light" panose="020B0502040204020203" pitchFamily="34" charset="-122"/>
                <a:cs typeface="Alibaba PuHuiTi 3.0 45 Light" pitchFamily="18" charset="-122"/>
              </a:rPr>
              <a:t>欣旺达动力科技股份有限公司           </a:t>
            </a:r>
            <a:r>
              <a:rPr kumimoji="1" lang="en-GB" altLang="zh-CN" sz="800" b="0" i="0" spc="-20" dirty="0">
                <a:solidFill>
                  <a:srgbClr val="ABB1B4"/>
                </a:solidFill>
                <a:latin typeface="微软雅黑 Light" panose="020B0502040204020203" pitchFamily="34" charset="-122"/>
                <a:ea typeface="微软雅黑 Light" panose="020B0502040204020203" pitchFamily="34" charset="-122"/>
                <a:cs typeface="Alibaba PuHuiTi 3.0 45 Light" pitchFamily="18" charset="-122"/>
              </a:rPr>
              <a:t>Copyright © 2025 Sunwoda Mobility Energy Technology Co., Ltd.</a:t>
            </a:r>
            <a:endParaRPr kumimoji="1" lang="zh-CN" altLang="en-US" sz="800" b="0" i="0" spc="-20" dirty="0">
              <a:solidFill>
                <a:srgbClr val="ABB1B4"/>
              </a:solidFill>
              <a:latin typeface="微软雅黑 Light" panose="020B0502040204020203" pitchFamily="34" charset="-122"/>
              <a:ea typeface="微软雅黑 Light" panose="020B0502040204020203" pitchFamily="34" charset="-122"/>
              <a:cs typeface="Alibaba PuHuiTi 3.0 45 Light" pitchFamily="18" charset="-122"/>
            </a:endParaRPr>
          </a:p>
        </p:txBody>
      </p:sp>
      <p:pic>
        <p:nvPicPr>
          <p:cNvPr id="7" name="图片 6"/>
          <p:cNvPicPr>
            <a:picLocks noChangeAspect="1"/>
          </p:cNvPicPr>
          <p:nvPr userDrawn="1"/>
        </p:nvPicPr>
        <p:blipFill>
          <a:blip r:embed="rId3"/>
          <a:srcRect/>
          <a:stretch>
            <a:fillRect/>
          </a:stretch>
        </p:blipFill>
        <p:spPr>
          <a:xfrm>
            <a:off x="8167853" y="314646"/>
            <a:ext cx="946288" cy="254820"/>
          </a:xfrm>
          <a:prstGeom prst="rect">
            <a:avLst/>
          </a:prstGeom>
        </p:spPr>
      </p:pic>
      <p:pic>
        <p:nvPicPr>
          <p:cNvPr id="2" name="图片 1"/>
          <p:cNvPicPr>
            <a:picLocks noChangeAspect="1"/>
          </p:cNvPicPr>
          <p:nvPr userDrawn="1"/>
        </p:nvPicPr>
        <p:blipFill>
          <a:blip r:embed="rId4">
            <a:alphaModFix amt="50000"/>
          </a:blip>
          <a:stretch>
            <a:fillRect/>
          </a:stretch>
        </p:blipFill>
        <p:spPr>
          <a:xfrm>
            <a:off x="0" y="0"/>
            <a:ext cx="12192000" cy="6858000"/>
          </a:xfrm>
          <a:prstGeom prst="rect">
            <a:avLst/>
          </a:prstGeom>
        </p:spPr>
      </p:pic>
      <p:pic>
        <p:nvPicPr>
          <p:cNvPr id="8" name="图片 7"/>
          <p:cNvPicPr>
            <a:picLocks noChangeAspect="1"/>
          </p:cNvPicPr>
          <p:nvPr userDrawn="1"/>
        </p:nvPicPr>
        <p:blipFill>
          <a:blip r:embed="rId5"/>
          <a:stretch>
            <a:fillRect/>
          </a:stretch>
        </p:blipFill>
        <p:spPr>
          <a:xfrm>
            <a:off x="0" y="0"/>
            <a:ext cx="4400550"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页">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alphaModFix amt="50000"/>
          </a:blip>
          <a:stretch>
            <a:fillRect/>
          </a:stretch>
        </p:blipFill>
        <p:spPr>
          <a:xfrm>
            <a:off x="0" y="0"/>
            <a:ext cx="12192000" cy="6858000"/>
          </a:xfrm>
          <a:prstGeom prst="rect">
            <a:avLst/>
          </a:prstGeom>
        </p:spPr>
      </p:pic>
      <p:pic>
        <p:nvPicPr>
          <p:cNvPr id="3" name="图片 2"/>
          <p:cNvPicPr>
            <a:picLocks noChangeAspect="1"/>
          </p:cNvPicPr>
          <p:nvPr userDrawn="1"/>
        </p:nvPicPr>
        <p:blipFill>
          <a:blip r:embed="rId3"/>
          <a:stretch>
            <a:fillRect/>
          </a:stretch>
        </p:blipFill>
        <p:spPr>
          <a:xfrm>
            <a:off x="0" y="6631305"/>
            <a:ext cx="11499850" cy="228600"/>
          </a:xfrm>
          <a:prstGeom prst="rect">
            <a:avLst/>
          </a:prstGeom>
        </p:spPr>
      </p:pic>
      <p:sp>
        <p:nvSpPr>
          <p:cNvPr id="6" name="文本框 5"/>
          <p:cNvSpPr txBox="1"/>
          <p:nvPr userDrawn="1"/>
        </p:nvSpPr>
        <p:spPr>
          <a:xfrm>
            <a:off x="5911215" y="6428105"/>
            <a:ext cx="5807075" cy="213995"/>
          </a:xfrm>
          <a:prstGeom prst="rect">
            <a:avLst/>
          </a:prstGeom>
          <a:noFill/>
        </p:spPr>
        <p:txBody>
          <a:bodyPr wrap="square" rtlCol="0">
            <a:spAutoFit/>
          </a:bodyPr>
          <a:lstStyle/>
          <a:p>
            <a:pPr algn="r"/>
            <a:r>
              <a:rPr kumimoji="1" lang="zh-CN" altLang="en-US"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版权所有 </a:t>
            </a:r>
            <a:r>
              <a:rPr kumimoji="1" lang="en-US"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©2025 </a:t>
            </a:r>
            <a:r>
              <a:rPr kumimoji="1" lang="zh-CN" altLang="en-US"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欣旺达动力科技股份有限公司           </a:t>
            </a:r>
            <a:r>
              <a:rPr kumimoji="1" lang="en-GB"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Copyright © 202</a:t>
            </a:r>
            <a:r>
              <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5</a:t>
            </a:r>
            <a:r>
              <a:rPr kumimoji="1" lang="en-GB"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 Sunwoda Mobility Energy Technology Co., Ltd.</a:t>
            </a:r>
            <a:r>
              <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    </a:t>
            </a:r>
            <a:endPar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灯片编号占位符 8"/>
          <p:cNvSpPr>
            <a:spLocks noGrp="1"/>
          </p:cNvSpPr>
          <p:nvPr>
            <p:ph type="sldNum" sz="quarter" idx="4"/>
          </p:nvPr>
        </p:nvSpPr>
        <p:spPr>
          <a:xfrm>
            <a:off x="11685905" y="6409690"/>
            <a:ext cx="460375" cy="365125"/>
          </a:xfrm>
        </p:spPr>
        <p:txBody>
          <a:bodyPr/>
          <a:lstStyle>
            <a:lvl1pPr algn="ctr" eaLnBrk="1" hangingPunct="1">
              <a:defRPr sz="1000" noProof="1">
                <a:solidFill>
                  <a:srgbClr val="ABB1B4"/>
                </a:solidFill>
                <a:latin typeface="微软雅黑" panose="020B0503020204020204" pitchFamily="34" charset="-122"/>
                <a:ea typeface="微软雅黑" panose="020B0503020204020204" pitchFamily="34" charset="-122"/>
              </a:defRPr>
            </a:lvl1pPr>
          </a:lstStyle>
          <a:p>
            <a:pPr marL="0" marR="0" lvl="0" indent="0" defTabSz="914400" rtl="0" eaLnBrk="1" fontAlgn="base" latinLnBrk="0" hangingPunct="1">
              <a:lnSpc>
                <a:spcPct val="100000"/>
              </a:lnSpc>
              <a:spcBef>
                <a:spcPct val="0"/>
              </a:spcBef>
              <a:spcAft>
                <a:spcPct val="0"/>
              </a:spcAft>
              <a:buClrTx/>
              <a:buSzTx/>
              <a:buFontTx/>
              <a:buNone/>
              <a:defRPr/>
            </a:pPr>
            <a:fld id="{010ADA77-A9CE-4CA9-8EB5-DAB44D5B3F78}" type="slidenum">
              <a:rPr kumimoji="0" lang="zh-CN" altLang="en-US" b="0" i="0" u="none" strike="noStrike" kern="1200" cap="none" spc="0" normalizeH="0" baseline="0" noProof="1">
                <a:ln>
                  <a:noFill/>
                </a:ln>
                <a:effectLst/>
                <a:uLnTx/>
                <a:uFillTx/>
                <a:cs typeface="+mn-cs"/>
              </a:rPr>
            </a:fld>
            <a:endParaRPr kumimoji="0" lang="zh-CN" altLang="en-US" sz="18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15" name="图片 14"/>
          <p:cNvPicPr>
            <a:picLocks noChangeAspect="1"/>
          </p:cNvPicPr>
          <p:nvPr userDrawn="1"/>
        </p:nvPicPr>
        <p:blipFill>
          <a:blip r:embed="rId4"/>
          <a:srcRect/>
          <a:stretch>
            <a:fillRect/>
          </a:stretch>
        </p:blipFill>
        <p:spPr>
          <a:xfrm>
            <a:off x="10357485" y="253365"/>
            <a:ext cx="1619250" cy="150495"/>
          </a:xfrm>
          <a:prstGeom prst="rect">
            <a:avLst/>
          </a:prstGeom>
        </p:spPr>
      </p:pic>
      <p:pic>
        <p:nvPicPr>
          <p:cNvPr id="16" name="图片 15"/>
          <p:cNvPicPr>
            <a:picLocks noChangeAspect="1"/>
          </p:cNvPicPr>
          <p:nvPr userDrawn="1"/>
        </p:nvPicPr>
        <p:blipFill>
          <a:blip r:embed="rId5"/>
          <a:srcRect/>
          <a:stretch>
            <a:fillRect/>
          </a:stretch>
        </p:blipFill>
        <p:spPr>
          <a:xfrm>
            <a:off x="9442450" y="213995"/>
            <a:ext cx="773430" cy="208280"/>
          </a:xfrm>
          <a:prstGeom prst="rect">
            <a:avLst/>
          </a:prstGeom>
        </p:spPr>
      </p:pic>
      <p:sp>
        <p:nvSpPr>
          <p:cNvPr id="18" name="副标题 17"/>
          <p:cNvSpPr>
            <a:spLocks noGrp="1"/>
          </p:cNvSpPr>
          <p:nvPr>
            <p:ph type="subTitle" idx="1" hasCustomPrompt="1"/>
            <p:custDataLst>
              <p:tags r:id="rId6"/>
            </p:custDataLst>
          </p:nvPr>
        </p:nvSpPr>
        <p:spPr>
          <a:xfrm>
            <a:off x="2818130" y="4584065"/>
            <a:ext cx="6033135" cy="439420"/>
          </a:xfrm>
        </p:spPr>
        <p:txBody>
          <a:bodyPr lIns="90000" tIns="46800" rIns="90000" bIns="46800">
            <a:normAutofit/>
          </a:bodyPr>
          <a:lstStyle>
            <a:lvl1pPr marL="0" indent="0" algn="l">
              <a:lnSpc>
                <a:spcPct val="110000"/>
              </a:lnSpc>
              <a:buNone/>
              <a:defRPr sz="1600" u="none" strike="noStrike" kern="0" cap="none" spc="0" normalizeH="0">
                <a:solidFill>
                  <a:srgbClr val="002E6B"/>
                </a:solidFill>
                <a:uFillTx/>
                <a:latin typeface="微软雅黑" panose="020B0503020204020204" pitchFamily="34" charset="-122"/>
                <a:ea typeface="微软雅黑" panose="020B0503020204020204" pitchFamily="34" charset="-122"/>
                <a:cs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章节副标题或其他备注信息：字号</a:t>
            </a:r>
            <a:r>
              <a:rPr lang="en-US" altLang="zh-CN" dirty="0"/>
              <a:t>16</a:t>
            </a:r>
            <a:endParaRPr lang="en-US" altLang="zh-CN" dirty="0"/>
          </a:p>
        </p:txBody>
      </p:sp>
      <p:sp>
        <p:nvSpPr>
          <p:cNvPr id="12" name="标题 11"/>
          <p:cNvSpPr>
            <a:spLocks noGrp="1"/>
          </p:cNvSpPr>
          <p:nvPr>
            <p:ph type="title" hasCustomPrompt="1"/>
          </p:nvPr>
        </p:nvSpPr>
        <p:spPr>
          <a:xfrm>
            <a:off x="2734310" y="2436495"/>
            <a:ext cx="8859520" cy="2058035"/>
          </a:xfrm>
        </p:spPr>
        <p:txBody>
          <a:bodyPr/>
          <a:lstStyle>
            <a:lvl1pPr marL="0" indent="0" eaLnBrk="1" fontAlgn="base" latinLnBrk="0" hangingPunct="1">
              <a:lnSpc>
                <a:spcPts val="7200"/>
              </a:lnSpc>
              <a:defRPr sz="6000" b="0">
                <a:solidFill>
                  <a:srgbClr val="002E6B"/>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fontAlgn="base"/>
            <a:r>
              <a:rPr lang="zh-CN" altLang="en-US" strike="noStrike" noProof="1"/>
              <a:t>章节标题：字号</a:t>
            </a:r>
            <a:r>
              <a:rPr lang="en-US" altLang="zh-CN" strike="noStrike" noProof="1"/>
              <a:t>60</a:t>
            </a:r>
            <a:br>
              <a:rPr lang="en-US" altLang="zh-CN" strike="noStrike" noProof="1"/>
            </a:br>
            <a:r>
              <a:rPr lang="zh-CN" altLang="en-US" strike="noStrike" noProof="1"/>
              <a:t>可两行排列：行间距</a:t>
            </a:r>
            <a:r>
              <a:rPr lang="en-US" altLang="zh-CN" strike="noStrike" noProof="1"/>
              <a:t>72</a:t>
            </a:r>
            <a:endParaRPr lang="en-US" altLang="zh-CN" strike="noStrike" noProof="1"/>
          </a:p>
        </p:txBody>
      </p:sp>
      <p:sp>
        <p:nvSpPr>
          <p:cNvPr id="17" name="文本占位符 16"/>
          <p:cNvSpPr>
            <a:spLocks noGrp="1"/>
          </p:cNvSpPr>
          <p:nvPr>
            <p:ph type="body" sz="quarter" idx="3" hasCustomPrompt="1"/>
            <p:custDataLst>
              <p:tags r:id="rId7"/>
            </p:custDataLst>
          </p:nvPr>
        </p:nvSpPr>
        <p:spPr>
          <a:xfrm>
            <a:off x="429260" y="2108835"/>
            <a:ext cx="1728470" cy="2658110"/>
          </a:xfrm>
        </p:spPr>
        <p:txBody>
          <a:bodyPr vert="horz" lIns="101600" tIns="38100" rIns="76200" bIns="38100" rtlCol="0" anchor="t" anchorCtr="0">
            <a:noAutofit/>
          </a:bodyPr>
          <a:lstStyle>
            <a:lvl1pPr marL="0" indent="0" algn="ctr">
              <a:lnSpc>
                <a:spcPct val="100000"/>
              </a:lnSpc>
              <a:buNone/>
              <a:defRPr sz="17500" b="0" spc="200">
                <a:solidFill>
                  <a:srgbClr val="0075DD"/>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1</a:t>
            </a:r>
            <a:endParaRPr lang="en-US" altLang="zh-CN" smtClean="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内页">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alphaModFix amt="50000"/>
          </a:blip>
          <a:stretch>
            <a:fillRect/>
          </a:stretch>
        </p:blipFill>
        <p:spPr>
          <a:xfrm>
            <a:off x="0" y="7620"/>
            <a:ext cx="12192000" cy="6858000"/>
          </a:xfrm>
          <a:prstGeom prst="rect">
            <a:avLst/>
          </a:prstGeom>
        </p:spPr>
      </p:pic>
      <p:pic>
        <p:nvPicPr>
          <p:cNvPr id="3" name="图片 2"/>
          <p:cNvPicPr>
            <a:picLocks noChangeAspect="1"/>
          </p:cNvPicPr>
          <p:nvPr userDrawn="1"/>
        </p:nvPicPr>
        <p:blipFill>
          <a:blip r:embed="rId3"/>
          <a:stretch>
            <a:fillRect/>
          </a:stretch>
        </p:blipFill>
        <p:spPr>
          <a:xfrm>
            <a:off x="0" y="6631305"/>
            <a:ext cx="11489055" cy="228600"/>
          </a:xfrm>
          <a:prstGeom prst="rect">
            <a:avLst/>
          </a:prstGeom>
        </p:spPr>
      </p:pic>
      <p:sp>
        <p:nvSpPr>
          <p:cNvPr id="6" name="文本框 5"/>
          <p:cNvSpPr txBox="1"/>
          <p:nvPr userDrawn="1"/>
        </p:nvSpPr>
        <p:spPr>
          <a:xfrm>
            <a:off x="5911215" y="6428105"/>
            <a:ext cx="5807075" cy="213995"/>
          </a:xfrm>
          <a:prstGeom prst="rect">
            <a:avLst/>
          </a:prstGeom>
          <a:noFill/>
        </p:spPr>
        <p:txBody>
          <a:bodyPr wrap="square" rtlCol="0">
            <a:spAutoFit/>
          </a:bodyPr>
          <a:lstStyle/>
          <a:p>
            <a:pPr algn="r"/>
            <a:r>
              <a:rPr kumimoji="1" lang="zh-CN" altLang="en-US"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版权所有 </a:t>
            </a:r>
            <a:r>
              <a:rPr kumimoji="1" lang="en-US"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©2025 </a:t>
            </a:r>
            <a:r>
              <a:rPr kumimoji="1" lang="zh-CN" altLang="en-US"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欣旺达动力科技股份有限公司           </a:t>
            </a:r>
            <a:r>
              <a:rPr kumimoji="1" lang="en-GB"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Copyright © 202</a:t>
            </a:r>
            <a:r>
              <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5</a:t>
            </a:r>
            <a:r>
              <a:rPr kumimoji="1" lang="en-GB"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 Sunwoda Mobility Energy Technology Co., Ltd.</a:t>
            </a:r>
            <a:r>
              <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    </a:t>
            </a:r>
            <a:endPar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灯片编号占位符 8"/>
          <p:cNvSpPr>
            <a:spLocks noGrp="1"/>
          </p:cNvSpPr>
          <p:nvPr>
            <p:ph type="sldNum" sz="quarter" idx="4"/>
          </p:nvPr>
        </p:nvSpPr>
        <p:spPr>
          <a:xfrm>
            <a:off x="11685905" y="6409690"/>
            <a:ext cx="460375" cy="365125"/>
          </a:xfrm>
        </p:spPr>
        <p:txBody>
          <a:bodyPr/>
          <a:lstStyle>
            <a:lvl1pPr algn="ctr" eaLnBrk="1" hangingPunct="1">
              <a:defRPr sz="1000" noProof="1">
                <a:solidFill>
                  <a:srgbClr val="ABB1B4"/>
                </a:solidFill>
                <a:latin typeface="微软雅黑" panose="020B0503020204020204" pitchFamily="34" charset="-122"/>
                <a:ea typeface="微软雅黑" panose="020B0503020204020204" pitchFamily="34" charset="-122"/>
              </a:defRPr>
            </a:lvl1pPr>
          </a:lstStyle>
          <a:p>
            <a:pPr marL="0" marR="0" lvl="0" indent="0" defTabSz="914400" rtl="0" eaLnBrk="1" fontAlgn="base" latinLnBrk="0" hangingPunct="1">
              <a:lnSpc>
                <a:spcPct val="100000"/>
              </a:lnSpc>
              <a:spcBef>
                <a:spcPct val="0"/>
              </a:spcBef>
              <a:spcAft>
                <a:spcPct val="0"/>
              </a:spcAft>
              <a:buClrTx/>
              <a:buSzTx/>
              <a:buFontTx/>
              <a:buNone/>
              <a:defRPr/>
            </a:pPr>
            <a:fld id="{010ADA77-A9CE-4CA9-8EB5-DAB44D5B3F78}" type="slidenum">
              <a:rPr kumimoji="0" lang="zh-CN" altLang="en-US" b="0" i="0" u="none" strike="noStrike" kern="1200" cap="none" spc="0" normalizeH="0" baseline="0" noProof="1">
                <a:ln>
                  <a:noFill/>
                </a:ln>
                <a:effectLst/>
                <a:uLnTx/>
                <a:uFillTx/>
                <a:cs typeface="+mn-cs"/>
              </a:rPr>
            </a:fld>
            <a:endParaRPr kumimoji="0" lang="zh-CN" altLang="en-US" sz="18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 name="文本占位符 16"/>
          <p:cNvSpPr>
            <a:spLocks noGrp="1"/>
          </p:cNvSpPr>
          <p:nvPr>
            <p:ph type="body" sz="quarter" idx="3" hasCustomPrompt="1"/>
            <p:custDataLst>
              <p:tags r:id="rId4"/>
            </p:custDataLst>
          </p:nvPr>
        </p:nvSpPr>
        <p:spPr>
          <a:xfrm>
            <a:off x="822960" y="838835"/>
            <a:ext cx="4401185" cy="393700"/>
          </a:xfrm>
        </p:spPr>
        <p:txBody>
          <a:bodyPr vert="horz" lIns="101600" tIns="38100" rIns="76200" bIns="38100" rtlCol="0" anchor="t" anchorCtr="0">
            <a:noAutofit/>
          </a:bodyPr>
          <a:lstStyle>
            <a:lvl1pPr marL="0" indent="0" algn="l">
              <a:lnSpc>
                <a:spcPct val="100000"/>
              </a:lnSpc>
              <a:buNone/>
              <a:defRPr sz="2000" b="1" u="none" strike="noStrike" kern="1200" cap="none" spc="0" normalizeH="0">
                <a:solidFill>
                  <a:srgbClr val="002E6B"/>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标题：左对齐的正文标题</a:t>
            </a:r>
            <a:r>
              <a:rPr lang="en-US" altLang="zh-CN" smtClean="0"/>
              <a:t>-</a:t>
            </a:r>
            <a:r>
              <a:rPr lang="zh-CN" altLang="en-US" smtClean="0"/>
              <a:t>字号</a:t>
            </a:r>
            <a:r>
              <a:rPr lang="en-US" altLang="zh-CN" smtClean="0"/>
              <a:t>20</a:t>
            </a:r>
            <a:endParaRPr lang="en-US" altLang="zh-CN" smtClean="0"/>
          </a:p>
        </p:txBody>
      </p:sp>
      <p:sp>
        <p:nvSpPr>
          <p:cNvPr id="18" name="副标题 17"/>
          <p:cNvSpPr>
            <a:spLocks noGrp="1"/>
          </p:cNvSpPr>
          <p:nvPr>
            <p:ph type="subTitle" idx="1" hasCustomPrompt="1"/>
            <p:custDataLst>
              <p:tags r:id="rId5"/>
            </p:custDataLst>
          </p:nvPr>
        </p:nvSpPr>
        <p:spPr>
          <a:xfrm>
            <a:off x="831215" y="1141730"/>
            <a:ext cx="3023235" cy="439420"/>
          </a:xfrm>
        </p:spPr>
        <p:txBody>
          <a:bodyPr lIns="90000" tIns="46800" rIns="90000" bIns="46800">
            <a:normAutofit/>
          </a:bodyPr>
          <a:lstStyle>
            <a:lvl1pPr marL="0" indent="0" algn="l">
              <a:lnSpc>
                <a:spcPct val="110000"/>
              </a:lnSpc>
              <a:buNone/>
              <a:defRPr sz="2000" b="0" u="none" strike="noStrike" kern="0" cap="none" spc="0" normalizeH="0">
                <a:solidFill>
                  <a:srgbClr val="002E6B"/>
                </a:solidFill>
                <a:uFillTx/>
                <a:latin typeface="微软雅黑" panose="020B0503020204020204" pitchFamily="34" charset="-122"/>
                <a:ea typeface="微软雅黑" panose="020B0503020204020204" pitchFamily="34" charset="-122"/>
                <a:cs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适合图文版式</a:t>
            </a:r>
            <a:endParaRPr lang="zh-CN" altLang="en-US" dirty="0"/>
          </a:p>
        </p:txBody>
      </p:sp>
      <p:pic>
        <p:nvPicPr>
          <p:cNvPr id="10" name="图片 9"/>
          <p:cNvPicPr>
            <a:picLocks noChangeAspect="1"/>
          </p:cNvPicPr>
          <p:nvPr userDrawn="1"/>
        </p:nvPicPr>
        <p:blipFill>
          <a:blip r:embed="rId6"/>
          <a:srcRect/>
          <a:stretch>
            <a:fillRect/>
          </a:stretch>
        </p:blipFill>
        <p:spPr>
          <a:xfrm>
            <a:off x="10357485" y="253365"/>
            <a:ext cx="1619250" cy="150495"/>
          </a:xfrm>
          <a:prstGeom prst="rect">
            <a:avLst/>
          </a:prstGeom>
        </p:spPr>
      </p:pic>
      <p:pic>
        <p:nvPicPr>
          <p:cNvPr id="14" name="图片 13"/>
          <p:cNvPicPr>
            <a:picLocks noChangeAspect="1"/>
          </p:cNvPicPr>
          <p:nvPr userDrawn="1"/>
        </p:nvPicPr>
        <p:blipFill>
          <a:blip r:embed="rId7"/>
          <a:srcRect/>
          <a:stretch>
            <a:fillRect/>
          </a:stretch>
        </p:blipFill>
        <p:spPr>
          <a:xfrm>
            <a:off x="9442450" y="213995"/>
            <a:ext cx="773430" cy="208280"/>
          </a:xfrm>
          <a:prstGeom prst="rect">
            <a:avLst/>
          </a:prstGeom>
        </p:spPr>
      </p:pic>
      <p:sp>
        <p:nvSpPr>
          <p:cNvPr id="16" name="文本占位符 15"/>
          <p:cNvSpPr>
            <a:spLocks noGrp="1"/>
          </p:cNvSpPr>
          <p:nvPr>
            <p:ph type="body" idx="13" hasCustomPrompt="1"/>
            <p:custDataLst>
              <p:tags r:id="rId8"/>
            </p:custDataLst>
          </p:nvPr>
        </p:nvSpPr>
        <p:spPr>
          <a:xfrm>
            <a:off x="831215" y="2382520"/>
            <a:ext cx="6153785" cy="3477895"/>
          </a:xfrm>
        </p:spPr>
        <p:txBody>
          <a:bodyPr lIns="90000" tIns="46800" rIns="90000" bIns="46800">
            <a:noAutofit/>
          </a:bodyPr>
          <a:lstStyle>
            <a:lvl1pPr marL="0" indent="0" eaLnBrk="1" fontAlgn="auto" latinLnBrk="0" hangingPunct="1">
              <a:lnSpc>
                <a:spcPts val="3000"/>
              </a:lnSpc>
              <a:buNone/>
              <a:defRPr sz="1600" b="0">
                <a:solidFill>
                  <a:srgbClr val="676D70"/>
                </a:solidFill>
                <a:latin typeface="微软雅黑" panose="020B0503020204020204" pitchFamily="34" charset="-122"/>
                <a:ea typeface="微软雅黑" panose="020B0503020204020204" pitchFamily="34" charset="-122"/>
                <a:cs typeface="微软雅黑" panose="020B0503020204020204" pitchFamily="34" charset="-122"/>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正文：细节从不孤立存在，它们是产品无声的叙事者。一个转角的弧度、一处接缝的精度、一种材质在掌心传递的温感，乃至光线在其表面流淌的轨迹</a:t>
            </a:r>
            <a:r>
              <a:rPr lang="en-US" altLang="zh-CN" dirty="0"/>
              <a:t>——</a:t>
            </a:r>
            <a:r>
              <a:rPr lang="zh-CN" altLang="en-US" dirty="0"/>
              <a:t>所有这些微末之处，都在共同低语着产品的本质、追求与品格。它们构成了用户与品牌之间最私密、最真实的对话。因此，我们坚信，细节不只是细节，它们成就了产品的灵魂。设计从不诞生于一片空旷的完美之地；它恰恰在约束的舞台上绽放光芒。预算的边界、材质的特性、功能的铁律、时间的围墙</a:t>
            </a:r>
            <a:r>
              <a:rPr lang="en-US" altLang="zh-CN" dirty="0"/>
              <a:t>——</a:t>
            </a:r>
            <a:r>
              <a:rPr lang="zh-CN" altLang="en-US" dirty="0"/>
              <a:t>这些并非创意的敌人，而是其最忠实的伙伴。</a:t>
            </a:r>
            <a:endParaRPr lang="zh-CN" altLang="en-US" dirty="0"/>
          </a:p>
        </p:txBody>
      </p:sp>
      <p:sp>
        <p:nvSpPr>
          <p:cNvPr id="20" name="文本占位符 19"/>
          <p:cNvSpPr>
            <a:spLocks noGrp="1"/>
          </p:cNvSpPr>
          <p:nvPr>
            <p:ph type="body" sz="quarter" idx="14" hasCustomPrompt="1"/>
            <p:custDataLst>
              <p:tags r:id="rId9"/>
            </p:custDataLst>
          </p:nvPr>
        </p:nvSpPr>
        <p:spPr>
          <a:xfrm>
            <a:off x="822960" y="1991360"/>
            <a:ext cx="6161405" cy="393700"/>
          </a:xfrm>
        </p:spPr>
        <p:txBody>
          <a:bodyPr vert="horz" lIns="101600" tIns="38100" rIns="76200" bIns="38100" rtlCol="0" anchor="t" anchorCtr="0">
            <a:noAutofit/>
          </a:bodyPr>
          <a:lstStyle>
            <a:lvl1pPr marL="0" indent="0" algn="l">
              <a:lnSpc>
                <a:spcPct val="100000"/>
              </a:lnSpc>
              <a:buNone/>
              <a:defRPr sz="1600" b="1" u="none" strike="noStrike" kern="1200" cap="none" spc="0" normalizeH="0">
                <a:solidFill>
                  <a:srgbClr val="676D70"/>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sym typeface="+mn-ea"/>
              </a:rPr>
              <a:t>以下内容仅作为文本示意</a:t>
            </a:r>
            <a:r>
              <a:rPr kumimoji="1" lang="en-US" altLang="zh-CN" dirty="0">
                <a:sym typeface="+mn-ea"/>
              </a:rPr>
              <a:t>-</a:t>
            </a:r>
            <a:r>
              <a:rPr kumimoji="1" lang="zh-CN" altLang="en-US" dirty="0">
                <a:sym typeface="+mn-ea"/>
              </a:rPr>
              <a:t>字号</a:t>
            </a:r>
            <a:r>
              <a:rPr kumimoji="1" lang="en-US" altLang="zh-CN" dirty="0">
                <a:sym typeface="+mn-ea"/>
              </a:rPr>
              <a:t>16</a:t>
            </a:r>
            <a:r>
              <a:rPr kumimoji="1" lang="zh-CN" altLang="en-US" dirty="0">
                <a:sym typeface="+mn-ea"/>
              </a:rPr>
              <a:t>，行间距</a:t>
            </a:r>
            <a:r>
              <a:rPr kumimoji="1" lang="en-US" altLang="zh-CN" dirty="0">
                <a:sym typeface="+mn-ea"/>
              </a:rPr>
              <a:t>30</a:t>
            </a:r>
            <a:r>
              <a:rPr kumimoji="1" lang="zh-CN" altLang="en-US" dirty="0">
                <a:sym typeface="+mn-ea"/>
              </a:rPr>
              <a:t>。</a:t>
            </a:r>
            <a:endParaRPr lang="en-US" altLang="zh-CN" smtClean="0"/>
          </a:p>
        </p:txBody>
      </p:sp>
      <p:sp>
        <p:nvSpPr>
          <p:cNvPr id="21" name="内容占位符 20"/>
          <p:cNvSpPr>
            <a:spLocks noGrp="1"/>
          </p:cNvSpPr>
          <p:nvPr>
            <p:ph sz="half" idx="2" hasCustomPrompt="1"/>
            <p:custDataLst>
              <p:tags r:id="rId10"/>
            </p:custDataLst>
          </p:nvPr>
        </p:nvSpPr>
        <p:spPr>
          <a:xfrm>
            <a:off x="7108190" y="931545"/>
            <a:ext cx="4160520" cy="5001260"/>
          </a:xfrm>
          <a:prstGeom prst="roundRect">
            <a:avLst>
              <a:gd name="adj" fmla="val 5448"/>
            </a:avLst>
          </a:prstGeom>
          <a:solidFill>
            <a:srgbClr val="0075DD"/>
          </a:solidFill>
          <a:ln>
            <a:noFill/>
          </a:ln>
        </p:spPr>
        <p:style>
          <a:lnRef idx="0">
            <a:srgbClr val="FFFFFF"/>
          </a:lnRef>
          <a:fillRef idx="1">
            <a:schemeClr val="accent1"/>
          </a:fillRef>
          <a:effectRef idx="0">
            <a:srgbClr val="FFFFFF"/>
          </a:effectRef>
          <a:fontRef idx="none"/>
        </p:style>
        <p:txBody>
          <a:bodyPr lIns="90000" tIns="46800" rIns="90000" bIns="46800" anchor="t" anchorCtr="1">
            <a:normAutofit/>
          </a:bodyPr>
          <a:lstStyle>
            <a:lvl1pPr marL="0" indent="0" algn="ctr">
              <a:buNone/>
              <a:defRPr sz="1800">
                <a:solidFill>
                  <a:schemeClr val="bg1"/>
                </a:solidFill>
                <a:latin typeface="微软雅黑" panose="020B0503020204020204" pitchFamily="34" charset="-122"/>
                <a:ea typeface="微软雅黑" panose="020B0503020204020204" pitchFamily="34" charset="-122"/>
              </a:defRPr>
            </a:lvl1pPr>
          </a:lstStyle>
          <a:p>
            <a:pPr lvl="0"/>
            <a:r>
              <a:rPr lang="zh-CN" altLang="en-US" dirty="0"/>
              <a:t>图片区域</a:t>
            </a:r>
            <a:endParaRPr lang="zh-CN" alt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内页">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alphaModFix amt="50000"/>
          </a:blip>
          <a:stretch>
            <a:fillRect/>
          </a:stretch>
        </p:blipFill>
        <p:spPr>
          <a:xfrm>
            <a:off x="0" y="0"/>
            <a:ext cx="12192000" cy="6858000"/>
          </a:xfrm>
          <a:prstGeom prst="rect">
            <a:avLst/>
          </a:prstGeom>
        </p:spPr>
      </p:pic>
      <p:sp>
        <p:nvSpPr>
          <p:cNvPr id="4" name="文本占位符 3"/>
          <p:cNvSpPr>
            <a:spLocks noGrp="1"/>
          </p:cNvSpPr>
          <p:nvPr>
            <p:ph type="body" sz="quarter" idx="13" hasCustomPrompt="1"/>
            <p:custDataLst>
              <p:tags r:id="rId3"/>
            </p:custDataLst>
          </p:nvPr>
        </p:nvSpPr>
        <p:spPr>
          <a:xfrm>
            <a:off x="918845" y="2368550"/>
            <a:ext cx="3265170" cy="3347720"/>
          </a:xfrm>
          <a:prstGeom prst="roundRect">
            <a:avLst>
              <a:gd name="adj" fmla="val 7681"/>
            </a:avLst>
          </a:prstGeom>
          <a:solidFill>
            <a:srgbClr val="D3E3F1"/>
          </a:solidFill>
        </p:spPr>
        <p:txBody>
          <a:bodyPr vert="horz" lIns="101600" tIns="38100" rIns="76200" bIns="38100" rtlCol="0" anchor="t" anchorCtr="0">
            <a:noAutofit/>
          </a:bodyPr>
          <a:lstStyle>
            <a:lvl1pPr marL="0" indent="0" algn="l">
              <a:lnSpc>
                <a:spcPct val="100000"/>
              </a:lnSpc>
              <a:buNone/>
              <a:defRPr sz="2000" b="1" u="none" strike="noStrike" kern="1200" cap="none" spc="0" normalizeH="0">
                <a:solidFill>
                  <a:srgbClr val="002E6B"/>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 </a:t>
            </a:r>
            <a:endParaRPr lang="en-US" altLang="zh-CN" smtClean="0"/>
          </a:p>
        </p:txBody>
      </p:sp>
      <p:pic>
        <p:nvPicPr>
          <p:cNvPr id="3" name="图片 2"/>
          <p:cNvPicPr>
            <a:picLocks noChangeAspect="1"/>
          </p:cNvPicPr>
          <p:nvPr userDrawn="1"/>
        </p:nvPicPr>
        <p:blipFill>
          <a:blip r:embed="rId4"/>
          <a:stretch>
            <a:fillRect/>
          </a:stretch>
        </p:blipFill>
        <p:spPr>
          <a:xfrm>
            <a:off x="0" y="6631305"/>
            <a:ext cx="11490325" cy="228600"/>
          </a:xfrm>
          <a:prstGeom prst="rect">
            <a:avLst/>
          </a:prstGeom>
        </p:spPr>
      </p:pic>
      <p:sp>
        <p:nvSpPr>
          <p:cNvPr id="6" name="文本框 5"/>
          <p:cNvSpPr txBox="1"/>
          <p:nvPr userDrawn="1"/>
        </p:nvSpPr>
        <p:spPr>
          <a:xfrm>
            <a:off x="5911215" y="6428105"/>
            <a:ext cx="5807075" cy="213995"/>
          </a:xfrm>
          <a:prstGeom prst="rect">
            <a:avLst/>
          </a:prstGeom>
          <a:noFill/>
        </p:spPr>
        <p:txBody>
          <a:bodyPr wrap="square" rtlCol="0">
            <a:spAutoFit/>
          </a:bodyPr>
          <a:lstStyle/>
          <a:p>
            <a:pPr algn="r"/>
            <a:r>
              <a:rPr kumimoji="1" lang="zh-CN" altLang="en-US"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版权所有 </a:t>
            </a:r>
            <a:r>
              <a:rPr kumimoji="1" lang="en-US"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©2025 </a:t>
            </a:r>
            <a:r>
              <a:rPr kumimoji="1" lang="zh-CN" altLang="en-US"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欣旺达动力科技股份有限公司           </a:t>
            </a:r>
            <a:r>
              <a:rPr kumimoji="1" lang="en-GB"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Copyright © 202</a:t>
            </a:r>
            <a:r>
              <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5</a:t>
            </a:r>
            <a:r>
              <a:rPr kumimoji="1" lang="en-GB"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 Sunwoda Mobility Energy Technology Co., Ltd.</a:t>
            </a:r>
            <a:r>
              <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    </a:t>
            </a:r>
            <a:endPar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灯片编号占位符 8"/>
          <p:cNvSpPr>
            <a:spLocks noGrp="1"/>
          </p:cNvSpPr>
          <p:nvPr>
            <p:ph type="sldNum" sz="quarter" idx="4"/>
          </p:nvPr>
        </p:nvSpPr>
        <p:spPr>
          <a:xfrm>
            <a:off x="11685905" y="6409690"/>
            <a:ext cx="460375" cy="365125"/>
          </a:xfrm>
        </p:spPr>
        <p:txBody>
          <a:bodyPr/>
          <a:lstStyle>
            <a:lvl1pPr algn="ctr" eaLnBrk="1" hangingPunct="1">
              <a:defRPr sz="1000" noProof="1">
                <a:solidFill>
                  <a:srgbClr val="ABB1B4"/>
                </a:solidFill>
                <a:latin typeface="微软雅黑" panose="020B0503020204020204" pitchFamily="34" charset="-122"/>
                <a:ea typeface="微软雅黑" panose="020B0503020204020204" pitchFamily="34" charset="-122"/>
              </a:defRPr>
            </a:lvl1pPr>
          </a:lstStyle>
          <a:p>
            <a:pPr marL="0" marR="0" lvl="0" indent="0" defTabSz="914400" rtl="0" eaLnBrk="1" fontAlgn="base" latinLnBrk="0" hangingPunct="1">
              <a:lnSpc>
                <a:spcPct val="100000"/>
              </a:lnSpc>
              <a:spcBef>
                <a:spcPct val="0"/>
              </a:spcBef>
              <a:spcAft>
                <a:spcPct val="0"/>
              </a:spcAft>
              <a:buClrTx/>
              <a:buSzTx/>
              <a:buFontTx/>
              <a:buNone/>
              <a:defRPr/>
            </a:pPr>
            <a:fld id="{010ADA77-A9CE-4CA9-8EB5-DAB44D5B3F78}" type="slidenum">
              <a:rPr kumimoji="0" lang="zh-CN" altLang="en-US" b="0" i="0" u="none" strike="noStrike" kern="1200" cap="none" spc="0" normalizeH="0" baseline="0" noProof="1">
                <a:ln>
                  <a:noFill/>
                </a:ln>
                <a:effectLst/>
                <a:uLnTx/>
                <a:uFillTx/>
                <a:cs typeface="+mn-cs"/>
              </a:rPr>
            </a:fld>
            <a:endParaRPr kumimoji="0" lang="zh-CN" altLang="en-US" sz="18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 name="文本占位符 17"/>
          <p:cNvSpPr>
            <a:spLocks noGrp="1"/>
          </p:cNvSpPr>
          <p:nvPr>
            <p:ph type="body" sz="quarter" idx="3" hasCustomPrompt="1"/>
            <p:custDataLst>
              <p:tags r:id="rId5"/>
            </p:custDataLst>
          </p:nvPr>
        </p:nvSpPr>
        <p:spPr>
          <a:xfrm>
            <a:off x="822960" y="838835"/>
            <a:ext cx="4401185" cy="393700"/>
          </a:xfrm>
        </p:spPr>
        <p:txBody>
          <a:bodyPr vert="horz" lIns="101600" tIns="38100" rIns="76200" bIns="38100" rtlCol="0" anchor="t" anchorCtr="0">
            <a:noAutofit/>
          </a:bodyPr>
          <a:lstStyle>
            <a:lvl1pPr marL="0" indent="0" algn="l">
              <a:lnSpc>
                <a:spcPct val="100000"/>
              </a:lnSpc>
              <a:buNone/>
              <a:defRPr sz="2000" b="1" u="none" strike="noStrike" kern="1200" cap="none" spc="0" normalizeH="0">
                <a:solidFill>
                  <a:srgbClr val="002E6B"/>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标题：左对齐的正文标题</a:t>
            </a:r>
            <a:r>
              <a:rPr lang="en-US" altLang="zh-CN" smtClean="0"/>
              <a:t>-</a:t>
            </a:r>
            <a:r>
              <a:rPr lang="zh-CN" altLang="en-US" smtClean="0"/>
              <a:t>字号</a:t>
            </a:r>
            <a:r>
              <a:rPr lang="en-US" altLang="zh-CN" smtClean="0"/>
              <a:t>20</a:t>
            </a:r>
            <a:endParaRPr lang="en-US" altLang="zh-CN" smtClean="0"/>
          </a:p>
        </p:txBody>
      </p:sp>
      <p:sp>
        <p:nvSpPr>
          <p:cNvPr id="19" name="副标题 18"/>
          <p:cNvSpPr>
            <a:spLocks noGrp="1"/>
          </p:cNvSpPr>
          <p:nvPr>
            <p:ph type="subTitle" idx="1" hasCustomPrompt="1"/>
            <p:custDataLst>
              <p:tags r:id="rId6"/>
            </p:custDataLst>
          </p:nvPr>
        </p:nvSpPr>
        <p:spPr>
          <a:xfrm>
            <a:off x="831215" y="1141730"/>
            <a:ext cx="3023235" cy="439420"/>
          </a:xfrm>
        </p:spPr>
        <p:txBody>
          <a:bodyPr lIns="90000" tIns="46800" rIns="90000" bIns="46800">
            <a:normAutofit/>
          </a:bodyPr>
          <a:lstStyle>
            <a:lvl1pPr marL="0" indent="0" algn="l">
              <a:lnSpc>
                <a:spcPct val="110000"/>
              </a:lnSpc>
              <a:buNone/>
              <a:defRPr sz="2000" b="0" u="none" strike="noStrike" kern="0" cap="none" spc="0" normalizeH="0">
                <a:solidFill>
                  <a:srgbClr val="002E6B"/>
                </a:solidFill>
                <a:uFillTx/>
                <a:latin typeface="微软雅黑" panose="020B0503020204020204" pitchFamily="34" charset="-122"/>
                <a:ea typeface="微软雅黑" panose="020B0503020204020204" pitchFamily="34" charset="-122"/>
                <a:cs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适合图文版式</a:t>
            </a:r>
            <a:endParaRPr lang="zh-CN" altLang="en-US" dirty="0"/>
          </a:p>
        </p:txBody>
      </p:sp>
      <p:sp>
        <p:nvSpPr>
          <p:cNvPr id="5" name="文本占位符 4"/>
          <p:cNvSpPr>
            <a:spLocks noGrp="1"/>
          </p:cNvSpPr>
          <p:nvPr>
            <p:ph type="body" sz="quarter" idx="14" hasCustomPrompt="1"/>
            <p:custDataLst>
              <p:tags r:id="rId7"/>
            </p:custDataLst>
          </p:nvPr>
        </p:nvSpPr>
        <p:spPr>
          <a:xfrm>
            <a:off x="911225" y="2741930"/>
            <a:ext cx="3272155" cy="898525"/>
          </a:xfrm>
        </p:spPr>
        <p:txBody>
          <a:bodyPr vert="horz" lIns="101600" tIns="38100" rIns="76200" bIns="38100" rtlCol="0" anchor="t" anchorCtr="0">
            <a:noAutofit/>
          </a:bodyPr>
          <a:lstStyle>
            <a:lvl1pPr marL="0" indent="0" algn="ctr">
              <a:lnSpc>
                <a:spcPct val="100000"/>
              </a:lnSpc>
              <a:buNone/>
              <a:defRPr sz="5400" b="1" u="none" strike="noStrike" kern="1200" cap="none" spc="-100" normalizeH="0">
                <a:solidFill>
                  <a:srgbClr val="0075DD"/>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98.8%</a:t>
            </a:r>
            <a:endParaRPr lang="en-US" altLang="zh-CN" smtClean="0"/>
          </a:p>
        </p:txBody>
      </p:sp>
      <p:sp>
        <p:nvSpPr>
          <p:cNvPr id="7" name="文本占位符 6"/>
          <p:cNvSpPr>
            <a:spLocks noGrp="1"/>
          </p:cNvSpPr>
          <p:nvPr>
            <p:ph type="body" sz="quarter" idx="15" hasCustomPrompt="1"/>
            <p:custDataLst>
              <p:tags r:id="rId8"/>
            </p:custDataLst>
          </p:nvPr>
        </p:nvSpPr>
        <p:spPr>
          <a:xfrm>
            <a:off x="1092835" y="3743325"/>
            <a:ext cx="2726690" cy="393700"/>
          </a:xfrm>
        </p:spPr>
        <p:txBody>
          <a:bodyPr vert="horz" lIns="101600" tIns="38100" rIns="76200" bIns="38100" rtlCol="0" anchor="t" anchorCtr="0">
            <a:noAutofit/>
          </a:bodyPr>
          <a:lstStyle>
            <a:lvl1pPr marL="0" indent="0" algn="ctr">
              <a:lnSpc>
                <a:spcPct val="100000"/>
              </a:lnSpc>
              <a:buNone/>
              <a:defRPr sz="1800" b="1" u="none" strike="noStrike" kern="1200" cap="none" spc="0" normalizeH="0">
                <a:solidFill>
                  <a:srgbClr val="676D70"/>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pc="-100" dirty="0">
                <a:solidFill>
                  <a:srgbClr val="676D70"/>
                </a:solidFill>
                <a:cs typeface="Alibaba PuHuiTi 3.0 75 SemiBold" pitchFamily="18" charset="-122"/>
                <a:sym typeface="+mn-ea"/>
              </a:rPr>
              <a:t>以下内容仅作为文本示意</a:t>
            </a:r>
            <a:endParaRPr lang="en-US" altLang="zh-CN" smtClean="0"/>
          </a:p>
        </p:txBody>
      </p:sp>
      <p:sp>
        <p:nvSpPr>
          <p:cNvPr id="8" name="文本占位符 7"/>
          <p:cNvSpPr>
            <a:spLocks noGrp="1"/>
          </p:cNvSpPr>
          <p:nvPr>
            <p:ph type="body" sz="quarter" idx="16" hasCustomPrompt="1"/>
            <p:custDataLst>
              <p:tags r:id="rId9"/>
            </p:custDataLst>
          </p:nvPr>
        </p:nvSpPr>
        <p:spPr>
          <a:xfrm>
            <a:off x="1009650" y="4091305"/>
            <a:ext cx="3000375" cy="1431925"/>
          </a:xfrm>
        </p:spPr>
        <p:txBody>
          <a:bodyPr vert="horz" lIns="101600" tIns="38100" rIns="76200" bIns="38100" rtlCol="0" anchor="t" anchorCtr="0">
            <a:noAutofit/>
          </a:bodyPr>
          <a:lstStyle>
            <a:lvl1pPr marL="0" indent="0" algn="ctr" eaLnBrk="1" fontAlgn="auto" latinLnBrk="0" hangingPunct="1">
              <a:lnSpc>
                <a:spcPts val="2700"/>
              </a:lnSpc>
              <a:buNone/>
              <a:defRPr sz="1600" b="0" u="none" strike="noStrike" kern="1200" cap="none" spc="0" normalizeH="0">
                <a:solidFill>
                  <a:srgbClr val="676D70"/>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lgn="ctr">
              <a:lnSpc>
                <a:spcPts val="2500"/>
              </a:lnSpc>
              <a:spcAft>
                <a:spcPts val="500"/>
              </a:spcAft>
            </a:pPr>
            <a:r>
              <a:rPr kumimoji="1" lang="zh-CN" altLang="en-US" dirty="0">
                <a:cs typeface="Alibaba PuHuiTi 3.0 45 Light" pitchFamily="18" charset="-122"/>
                <a:sym typeface="+mn-ea"/>
              </a:rPr>
              <a:t>细节不只是细节，它们成就了产品。设计依赖于约束，必须在行动中与可能性周旋。最终，设计是为了更好地生活。</a:t>
            </a:r>
            <a:endParaRPr lang="en-US" altLang="zh-CN" smtClean="0"/>
          </a:p>
        </p:txBody>
      </p:sp>
      <p:sp>
        <p:nvSpPr>
          <p:cNvPr id="10" name="文本占位符 9"/>
          <p:cNvSpPr>
            <a:spLocks noGrp="1"/>
          </p:cNvSpPr>
          <p:nvPr>
            <p:ph type="body" sz="quarter" idx="17" hasCustomPrompt="1"/>
            <p:custDataLst>
              <p:tags r:id="rId10"/>
            </p:custDataLst>
          </p:nvPr>
        </p:nvSpPr>
        <p:spPr>
          <a:xfrm>
            <a:off x="4452620" y="2367915"/>
            <a:ext cx="3265170" cy="3347720"/>
          </a:xfrm>
          <a:prstGeom prst="roundRect">
            <a:avLst>
              <a:gd name="adj" fmla="val 7681"/>
            </a:avLst>
          </a:prstGeom>
          <a:solidFill>
            <a:srgbClr val="D3E3F1"/>
          </a:solidFill>
        </p:spPr>
        <p:txBody>
          <a:bodyPr vert="horz" lIns="101600" tIns="38100" rIns="76200" bIns="38100" rtlCol="0" anchor="t" anchorCtr="0">
            <a:noAutofit/>
          </a:bodyPr>
          <a:lstStyle>
            <a:lvl1pPr marL="0" indent="0" algn="l">
              <a:lnSpc>
                <a:spcPct val="100000"/>
              </a:lnSpc>
              <a:buNone/>
              <a:defRPr sz="2000" b="1" u="none" strike="noStrike" kern="1200" cap="none" spc="0" normalizeH="0">
                <a:solidFill>
                  <a:srgbClr val="002E6B"/>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 </a:t>
            </a:r>
            <a:endParaRPr lang="en-US" altLang="zh-CN" smtClean="0"/>
          </a:p>
        </p:txBody>
      </p:sp>
      <p:sp>
        <p:nvSpPr>
          <p:cNvPr id="11" name="文本占位符 10"/>
          <p:cNvSpPr>
            <a:spLocks noGrp="1"/>
          </p:cNvSpPr>
          <p:nvPr>
            <p:ph type="body" sz="quarter" idx="18" hasCustomPrompt="1"/>
            <p:custDataLst>
              <p:tags r:id="rId11"/>
            </p:custDataLst>
          </p:nvPr>
        </p:nvSpPr>
        <p:spPr>
          <a:xfrm>
            <a:off x="4445000" y="2741295"/>
            <a:ext cx="3272155" cy="898525"/>
          </a:xfrm>
        </p:spPr>
        <p:txBody>
          <a:bodyPr vert="horz" lIns="101600" tIns="38100" rIns="76200" bIns="38100" rtlCol="0" anchor="t" anchorCtr="0">
            <a:noAutofit/>
          </a:bodyPr>
          <a:lstStyle>
            <a:lvl1pPr marL="0" indent="0" algn="ctr">
              <a:lnSpc>
                <a:spcPct val="100000"/>
              </a:lnSpc>
              <a:buNone/>
              <a:defRPr sz="5400" b="1" u="none" strike="noStrike" kern="1200" cap="none" spc="-100" normalizeH="0">
                <a:solidFill>
                  <a:srgbClr val="0075DD"/>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475 621</a:t>
            </a:r>
            <a:endParaRPr lang="en-US" altLang="zh-CN" smtClean="0"/>
          </a:p>
        </p:txBody>
      </p:sp>
      <p:sp>
        <p:nvSpPr>
          <p:cNvPr id="12" name="文本占位符 11"/>
          <p:cNvSpPr>
            <a:spLocks noGrp="1"/>
          </p:cNvSpPr>
          <p:nvPr>
            <p:ph type="body" sz="quarter" idx="19" hasCustomPrompt="1"/>
            <p:custDataLst>
              <p:tags r:id="rId12"/>
            </p:custDataLst>
          </p:nvPr>
        </p:nvSpPr>
        <p:spPr>
          <a:xfrm>
            <a:off x="4626610" y="3742690"/>
            <a:ext cx="2726690" cy="393700"/>
          </a:xfrm>
        </p:spPr>
        <p:txBody>
          <a:bodyPr vert="horz" lIns="101600" tIns="38100" rIns="76200" bIns="38100" rtlCol="0" anchor="t" anchorCtr="0">
            <a:noAutofit/>
          </a:bodyPr>
          <a:lstStyle>
            <a:lvl1pPr marL="0" indent="0" algn="ctr">
              <a:lnSpc>
                <a:spcPct val="100000"/>
              </a:lnSpc>
              <a:buNone/>
              <a:defRPr sz="1800" b="1" u="none" strike="noStrike" kern="1200" cap="none" spc="0" normalizeH="0">
                <a:solidFill>
                  <a:srgbClr val="676D70"/>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pc="-100" dirty="0">
                <a:solidFill>
                  <a:srgbClr val="676D70"/>
                </a:solidFill>
                <a:cs typeface="Alibaba PuHuiTi 3.0 75 SemiBold" pitchFamily="18" charset="-122"/>
                <a:sym typeface="+mn-ea"/>
              </a:rPr>
              <a:t>以下内容仅作为文本示意</a:t>
            </a:r>
            <a:endParaRPr lang="en-US" altLang="zh-CN" smtClean="0"/>
          </a:p>
        </p:txBody>
      </p:sp>
      <p:sp>
        <p:nvSpPr>
          <p:cNvPr id="13" name="文本占位符 12"/>
          <p:cNvSpPr>
            <a:spLocks noGrp="1"/>
          </p:cNvSpPr>
          <p:nvPr>
            <p:ph type="body" sz="quarter" idx="20" hasCustomPrompt="1"/>
            <p:custDataLst>
              <p:tags r:id="rId13"/>
            </p:custDataLst>
          </p:nvPr>
        </p:nvSpPr>
        <p:spPr>
          <a:xfrm>
            <a:off x="4543425" y="4090670"/>
            <a:ext cx="3000375" cy="1431925"/>
          </a:xfrm>
        </p:spPr>
        <p:txBody>
          <a:bodyPr vert="horz" lIns="101600" tIns="38100" rIns="76200" bIns="38100" rtlCol="0" anchor="t" anchorCtr="0">
            <a:noAutofit/>
          </a:bodyPr>
          <a:lstStyle>
            <a:lvl1pPr marL="0" indent="0" algn="ctr" eaLnBrk="1" fontAlgn="auto" latinLnBrk="0" hangingPunct="1">
              <a:lnSpc>
                <a:spcPts val="2700"/>
              </a:lnSpc>
              <a:buNone/>
              <a:defRPr sz="1600" b="0" u="none" strike="noStrike" kern="1200" cap="none" spc="0" normalizeH="0">
                <a:solidFill>
                  <a:srgbClr val="676D70"/>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lgn="ctr">
              <a:lnSpc>
                <a:spcPts val="2500"/>
              </a:lnSpc>
              <a:spcAft>
                <a:spcPts val="500"/>
              </a:spcAft>
            </a:pPr>
            <a:r>
              <a:rPr kumimoji="1" lang="zh-CN" altLang="en-US" dirty="0">
                <a:cs typeface="Alibaba PuHuiTi 3.0 45 Light" pitchFamily="18" charset="-122"/>
                <a:sym typeface="+mn-ea"/>
              </a:rPr>
              <a:t>细节不只是细节，它们成就了产品。设计依赖于约束，必须在行动中与可能性周旋。最终，设计是为了更好地生活。</a:t>
            </a:r>
            <a:endParaRPr lang="en-US" altLang="zh-CN" smtClean="0"/>
          </a:p>
        </p:txBody>
      </p:sp>
      <p:sp>
        <p:nvSpPr>
          <p:cNvPr id="14" name="文本占位符 13"/>
          <p:cNvSpPr>
            <a:spLocks noGrp="1"/>
          </p:cNvSpPr>
          <p:nvPr>
            <p:ph type="body" sz="quarter" idx="21" hasCustomPrompt="1"/>
            <p:custDataLst>
              <p:tags r:id="rId14"/>
            </p:custDataLst>
          </p:nvPr>
        </p:nvSpPr>
        <p:spPr>
          <a:xfrm>
            <a:off x="7978775" y="2367915"/>
            <a:ext cx="3265170" cy="3347720"/>
          </a:xfrm>
          <a:prstGeom prst="roundRect">
            <a:avLst>
              <a:gd name="adj" fmla="val 7681"/>
            </a:avLst>
          </a:prstGeom>
          <a:solidFill>
            <a:srgbClr val="D3E3F1"/>
          </a:solidFill>
        </p:spPr>
        <p:txBody>
          <a:bodyPr vert="horz" lIns="101600" tIns="38100" rIns="76200" bIns="38100" rtlCol="0" anchor="t" anchorCtr="0">
            <a:noAutofit/>
          </a:bodyPr>
          <a:lstStyle>
            <a:lvl1pPr marL="0" indent="0" algn="l">
              <a:lnSpc>
                <a:spcPct val="100000"/>
              </a:lnSpc>
              <a:buNone/>
              <a:defRPr sz="2000" b="1" u="none" strike="noStrike" kern="1200" cap="none" spc="0" normalizeH="0">
                <a:solidFill>
                  <a:srgbClr val="002E6B"/>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 </a:t>
            </a:r>
            <a:endParaRPr lang="en-US" altLang="zh-CN" smtClean="0"/>
          </a:p>
        </p:txBody>
      </p:sp>
      <p:sp>
        <p:nvSpPr>
          <p:cNvPr id="17" name="文本占位符 16"/>
          <p:cNvSpPr>
            <a:spLocks noGrp="1"/>
          </p:cNvSpPr>
          <p:nvPr>
            <p:ph type="body" sz="quarter" idx="22" hasCustomPrompt="1"/>
            <p:custDataLst>
              <p:tags r:id="rId15"/>
            </p:custDataLst>
          </p:nvPr>
        </p:nvSpPr>
        <p:spPr>
          <a:xfrm>
            <a:off x="7971155" y="2741295"/>
            <a:ext cx="3272155" cy="898525"/>
          </a:xfrm>
        </p:spPr>
        <p:txBody>
          <a:bodyPr vert="horz" lIns="101600" tIns="38100" rIns="76200" bIns="38100" rtlCol="0" anchor="t" anchorCtr="0">
            <a:noAutofit/>
          </a:bodyPr>
          <a:lstStyle>
            <a:lvl1pPr marL="0" indent="0" algn="ctr">
              <a:lnSpc>
                <a:spcPct val="100000"/>
              </a:lnSpc>
              <a:buNone/>
              <a:defRPr sz="5400" b="1" u="none" strike="noStrike" kern="1200" cap="none" spc="-100" normalizeH="0">
                <a:solidFill>
                  <a:srgbClr val="0075DD"/>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1/10000</a:t>
            </a:r>
            <a:endParaRPr lang="en-US" altLang="zh-CN" smtClean="0"/>
          </a:p>
        </p:txBody>
      </p:sp>
      <p:sp>
        <p:nvSpPr>
          <p:cNvPr id="20" name="文本占位符 19"/>
          <p:cNvSpPr>
            <a:spLocks noGrp="1"/>
          </p:cNvSpPr>
          <p:nvPr>
            <p:ph type="body" sz="quarter" idx="23" hasCustomPrompt="1"/>
            <p:custDataLst>
              <p:tags r:id="rId16"/>
            </p:custDataLst>
          </p:nvPr>
        </p:nvSpPr>
        <p:spPr>
          <a:xfrm>
            <a:off x="8152765" y="3742690"/>
            <a:ext cx="2726690" cy="393700"/>
          </a:xfrm>
        </p:spPr>
        <p:txBody>
          <a:bodyPr vert="horz" lIns="101600" tIns="38100" rIns="76200" bIns="38100" rtlCol="0" anchor="t" anchorCtr="0">
            <a:noAutofit/>
          </a:bodyPr>
          <a:lstStyle>
            <a:lvl1pPr marL="0" indent="0" algn="ctr">
              <a:lnSpc>
                <a:spcPct val="100000"/>
              </a:lnSpc>
              <a:buNone/>
              <a:defRPr sz="1800" b="1" u="none" strike="noStrike" kern="1200" cap="none" spc="0" normalizeH="0">
                <a:solidFill>
                  <a:srgbClr val="676D70"/>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pc="-100" dirty="0">
                <a:solidFill>
                  <a:srgbClr val="676D70"/>
                </a:solidFill>
                <a:cs typeface="Alibaba PuHuiTi 3.0 75 SemiBold" pitchFamily="18" charset="-122"/>
                <a:sym typeface="+mn-ea"/>
              </a:rPr>
              <a:t>以下内容仅作为文本示意</a:t>
            </a:r>
            <a:endParaRPr lang="en-US" altLang="zh-CN" smtClean="0"/>
          </a:p>
        </p:txBody>
      </p:sp>
      <p:sp>
        <p:nvSpPr>
          <p:cNvPr id="23" name="文本占位符 22"/>
          <p:cNvSpPr>
            <a:spLocks noGrp="1"/>
          </p:cNvSpPr>
          <p:nvPr>
            <p:ph type="body" sz="quarter" idx="24" hasCustomPrompt="1"/>
            <p:custDataLst>
              <p:tags r:id="rId17"/>
            </p:custDataLst>
          </p:nvPr>
        </p:nvSpPr>
        <p:spPr>
          <a:xfrm>
            <a:off x="8069580" y="4090670"/>
            <a:ext cx="3000375" cy="1431925"/>
          </a:xfrm>
        </p:spPr>
        <p:txBody>
          <a:bodyPr vert="horz" lIns="101600" tIns="38100" rIns="76200" bIns="38100" rtlCol="0" anchor="t" anchorCtr="0">
            <a:noAutofit/>
          </a:bodyPr>
          <a:lstStyle>
            <a:lvl1pPr marL="0" indent="0" algn="ctr" eaLnBrk="1" fontAlgn="auto" latinLnBrk="0" hangingPunct="1">
              <a:lnSpc>
                <a:spcPts val="2700"/>
              </a:lnSpc>
              <a:buNone/>
              <a:defRPr sz="1600" b="0" u="none" strike="noStrike" kern="1200" cap="none" spc="0" normalizeH="0">
                <a:solidFill>
                  <a:srgbClr val="676D70"/>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lgn="ctr">
              <a:lnSpc>
                <a:spcPts val="2500"/>
              </a:lnSpc>
              <a:spcAft>
                <a:spcPts val="500"/>
              </a:spcAft>
            </a:pPr>
            <a:r>
              <a:rPr kumimoji="1" lang="zh-CN" altLang="en-US" dirty="0">
                <a:cs typeface="Alibaba PuHuiTi 3.0 45 Light" pitchFamily="18" charset="-122"/>
                <a:sym typeface="+mn-ea"/>
              </a:rPr>
              <a:t>细节不只是细节，它们成就了产品。设计依赖于约束，必须在行动中与可能性周旋。最终，设计是为了更好地生活。</a:t>
            </a:r>
            <a:endParaRPr lang="en-US" altLang="zh-CN" smtClean="0"/>
          </a:p>
        </p:txBody>
      </p:sp>
      <p:pic>
        <p:nvPicPr>
          <p:cNvPr id="24" name="图片 23"/>
          <p:cNvPicPr>
            <a:picLocks noChangeAspect="1"/>
          </p:cNvPicPr>
          <p:nvPr userDrawn="1"/>
        </p:nvPicPr>
        <p:blipFill>
          <a:blip r:embed="rId18"/>
          <a:srcRect/>
          <a:stretch>
            <a:fillRect/>
          </a:stretch>
        </p:blipFill>
        <p:spPr>
          <a:xfrm>
            <a:off x="10357485" y="253365"/>
            <a:ext cx="1619250" cy="150495"/>
          </a:xfrm>
          <a:prstGeom prst="rect">
            <a:avLst/>
          </a:prstGeom>
        </p:spPr>
      </p:pic>
      <p:pic>
        <p:nvPicPr>
          <p:cNvPr id="27" name="图片 26"/>
          <p:cNvPicPr>
            <a:picLocks noChangeAspect="1"/>
          </p:cNvPicPr>
          <p:nvPr userDrawn="1"/>
        </p:nvPicPr>
        <p:blipFill>
          <a:blip r:embed="rId19"/>
          <a:srcRect/>
          <a:stretch>
            <a:fillRect/>
          </a:stretch>
        </p:blipFill>
        <p:spPr>
          <a:xfrm>
            <a:off x="9442450" y="213995"/>
            <a:ext cx="773430" cy="208280"/>
          </a:xfrm>
          <a:prstGeom prst="rect">
            <a:avLst/>
          </a:prstGeom>
        </p:spPr>
      </p:pic>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内页">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alphaModFix amt="50000"/>
          </a:blip>
          <a:stretch>
            <a:fillRect/>
          </a:stretch>
        </p:blipFill>
        <p:spPr>
          <a:xfrm>
            <a:off x="0" y="0"/>
            <a:ext cx="12192000" cy="6858000"/>
          </a:xfrm>
          <a:prstGeom prst="rect">
            <a:avLst/>
          </a:prstGeom>
        </p:spPr>
      </p:pic>
      <p:pic>
        <p:nvPicPr>
          <p:cNvPr id="3" name="图片 2"/>
          <p:cNvPicPr>
            <a:picLocks noChangeAspect="1"/>
          </p:cNvPicPr>
          <p:nvPr userDrawn="1"/>
        </p:nvPicPr>
        <p:blipFill>
          <a:blip r:embed="rId3"/>
          <a:stretch>
            <a:fillRect/>
          </a:stretch>
        </p:blipFill>
        <p:spPr>
          <a:xfrm>
            <a:off x="0" y="6631305"/>
            <a:ext cx="11480165" cy="228600"/>
          </a:xfrm>
          <a:prstGeom prst="rect">
            <a:avLst/>
          </a:prstGeom>
        </p:spPr>
      </p:pic>
      <p:sp>
        <p:nvSpPr>
          <p:cNvPr id="6" name="文本框 5"/>
          <p:cNvSpPr txBox="1"/>
          <p:nvPr userDrawn="1"/>
        </p:nvSpPr>
        <p:spPr>
          <a:xfrm>
            <a:off x="5911215" y="6428105"/>
            <a:ext cx="5807075" cy="213995"/>
          </a:xfrm>
          <a:prstGeom prst="rect">
            <a:avLst/>
          </a:prstGeom>
          <a:noFill/>
        </p:spPr>
        <p:txBody>
          <a:bodyPr wrap="square" rtlCol="0">
            <a:spAutoFit/>
          </a:bodyPr>
          <a:lstStyle/>
          <a:p>
            <a:pPr algn="r"/>
            <a:r>
              <a:rPr kumimoji="1" lang="zh-CN" altLang="en-US"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版权所有 </a:t>
            </a:r>
            <a:r>
              <a:rPr kumimoji="1" lang="en-US"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©2025 </a:t>
            </a:r>
            <a:r>
              <a:rPr kumimoji="1" lang="zh-CN" altLang="en-US"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欣旺达动力科技股份有限公司           </a:t>
            </a:r>
            <a:r>
              <a:rPr kumimoji="1" lang="en-GB"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Copyright © 202</a:t>
            </a:r>
            <a:r>
              <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5</a:t>
            </a:r>
            <a:r>
              <a:rPr kumimoji="1" lang="en-GB"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 Sunwoda Mobility Energy Technology Co., Ltd.</a:t>
            </a:r>
            <a:r>
              <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    </a:t>
            </a:r>
            <a:endPar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灯片编号占位符 8"/>
          <p:cNvSpPr>
            <a:spLocks noGrp="1"/>
          </p:cNvSpPr>
          <p:nvPr>
            <p:ph type="sldNum" sz="quarter" idx="4"/>
          </p:nvPr>
        </p:nvSpPr>
        <p:spPr>
          <a:xfrm>
            <a:off x="11685905" y="6409690"/>
            <a:ext cx="460375" cy="365125"/>
          </a:xfrm>
        </p:spPr>
        <p:txBody>
          <a:bodyPr/>
          <a:lstStyle>
            <a:lvl1pPr algn="ctr" eaLnBrk="1" hangingPunct="1">
              <a:defRPr sz="1000" noProof="1">
                <a:solidFill>
                  <a:srgbClr val="ABB1B4"/>
                </a:solidFill>
                <a:latin typeface="微软雅黑" panose="020B0503020204020204" pitchFamily="34" charset="-122"/>
                <a:ea typeface="微软雅黑" panose="020B0503020204020204" pitchFamily="34" charset="-122"/>
              </a:defRPr>
            </a:lvl1pPr>
          </a:lstStyle>
          <a:p>
            <a:pPr marL="0" marR="0" lvl="0" indent="0" defTabSz="914400" rtl="0" eaLnBrk="1" fontAlgn="base" latinLnBrk="0" hangingPunct="1">
              <a:lnSpc>
                <a:spcPct val="100000"/>
              </a:lnSpc>
              <a:spcBef>
                <a:spcPct val="0"/>
              </a:spcBef>
              <a:spcAft>
                <a:spcPct val="0"/>
              </a:spcAft>
              <a:buClrTx/>
              <a:buSzTx/>
              <a:buFontTx/>
              <a:buNone/>
              <a:defRPr/>
            </a:pPr>
            <a:fld id="{010ADA77-A9CE-4CA9-8EB5-DAB44D5B3F78}" type="slidenum">
              <a:rPr kumimoji="0" lang="zh-CN" altLang="en-US" b="0" i="0" u="none" strike="noStrike" kern="1200" cap="none" spc="0" normalizeH="0" baseline="0" noProof="1">
                <a:ln>
                  <a:noFill/>
                </a:ln>
                <a:effectLst/>
                <a:uLnTx/>
                <a:uFillTx/>
                <a:cs typeface="+mn-cs"/>
              </a:rPr>
            </a:fld>
            <a:endParaRPr kumimoji="0" lang="zh-CN" altLang="en-US" sz="18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 name="文本占位符 17"/>
          <p:cNvSpPr>
            <a:spLocks noGrp="1"/>
          </p:cNvSpPr>
          <p:nvPr>
            <p:ph type="body" sz="quarter" idx="3" hasCustomPrompt="1"/>
            <p:custDataLst>
              <p:tags r:id="rId4"/>
            </p:custDataLst>
          </p:nvPr>
        </p:nvSpPr>
        <p:spPr>
          <a:xfrm>
            <a:off x="822960" y="838835"/>
            <a:ext cx="4401185" cy="393700"/>
          </a:xfrm>
        </p:spPr>
        <p:txBody>
          <a:bodyPr vert="horz" lIns="101600" tIns="38100" rIns="76200" bIns="38100" rtlCol="0" anchor="t" anchorCtr="0">
            <a:noAutofit/>
          </a:bodyPr>
          <a:lstStyle>
            <a:lvl1pPr marL="0" indent="0" algn="l">
              <a:lnSpc>
                <a:spcPct val="100000"/>
              </a:lnSpc>
              <a:buNone/>
              <a:defRPr sz="2000" b="1" u="none" strike="noStrike" kern="1200" cap="none" spc="0" normalizeH="0">
                <a:solidFill>
                  <a:srgbClr val="002E6B"/>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标题：左对齐的正文标题</a:t>
            </a:r>
            <a:r>
              <a:rPr lang="en-US" altLang="zh-CN" smtClean="0"/>
              <a:t>-</a:t>
            </a:r>
            <a:r>
              <a:rPr lang="zh-CN" altLang="en-US" smtClean="0"/>
              <a:t>字号</a:t>
            </a:r>
            <a:r>
              <a:rPr lang="en-US" altLang="zh-CN" smtClean="0"/>
              <a:t>20</a:t>
            </a:r>
            <a:endParaRPr lang="en-US" altLang="zh-CN" smtClean="0"/>
          </a:p>
        </p:txBody>
      </p:sp>
      <p:sp>
        <p:nvSpPr>
          <p:cNvPr id="19" name="副标题 18"/>
          <p:cNvSpPr>
            <a:spLocks noGrp="1"/>
          </p:cNvSpPr>
          <p:nvPr>
            <p:ph type="subTitle" idx="1" hasCustomPrompt="1"/>
            <p:custDataLst>
              <p:tags r:id="rId5"/>
            </p:custDataLst>
          </p:nvPr>
        </p:nvSpPr>
        <p:spPr>
          <a:xfrm>
            <a:off x="831215" y="1141730"/>
            <a:ext cx="3023235" cy="439420"/>
          </a:xfrm>
        </p:spPr>
        <p:txBody>
          <a:bodyPr lIns="90000" tIns="46800" rIns="90000" bIns="46800">
            <a:normAutofit/>
          </a:bodyPr>
          <a:lstStyle>
            <a:lvl1pPr marL="0" indent="0" algn="l">
              <a:lnSpc>
                <a:spcPct val="110000"/>
              </a:lnSpc>
              <a:buNone/>
              <a:defRPr sz="2000" b="0" u="none" strike="noStrike" kern="0" cap="none" spc="0" normalizeH="0">
                <a:solidFill>
                  <a:srgbClr val="002E6B"/>
                </a:solidFill>
                <a:uFillTx/>
                <a:latin typeface="微软雅黑" panose="020B0503020204020204" pitchFamily="34" charset="-122"/>
                <a:ea typeface="微软雅黑" panose="020B0503020204020204" pitchFamily="34" charset="-122"/>
                <a:cs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适合图文版式</a:t>
            </a:r>
            <a:endParaRPr lang="zh-CN" altLang="en-US" dirty="0"/>
          </a:p>
        </p:txBody>
      </p:sp>
      <p:sp>
        <p:nvSpPr>
          <p:cNvPr id="24" name="文本占位符 23"/>
          <p:cNvSpPr>
            <a:spLocks noGrp="1"/>
          </p:cNvSpPr>
          <p:nvPr>
            <p:ph type="body" sz="quarter" idx="13" hasCustomPrompt="1"/>
            <p:custDataLst>
              <p:tags r:id="rId6"/>
            </p:custDataLst>
          </p:nvPr>
        </p:nvSpPr>
        <p:spPr>
          <a:xfrm>
            <a:off x="444500" y="2764790"/>
            <a:ext cx="2675255" cy="2743835"/>
          </a:xfrm>
          <a:prstGeom prst="ellipse">
            <a:avLst/>
          </a:prstGeom>
          <a:solidFill>
            <a:srgbClr val="0075DD"/>
          </a:solidFill>
        </p:spPr>
        <p:txBody>
          <a:bodyPr vert="horz" lIns="101600" tIns="38100" rIns="76200" bIns="38100" rtlCol="0" anchor="t" anchorCtr="0">
            <a:noAutofit/>
          </a:bodyPr>
          <a:lstStyle>
            <a:lvl1pPr marL="0" indent="0" algn="l">
              <a:lnSpc>
                <a:spcPct val="100000"/>
              </a:lnSpc>
              <a:buNone/>
              <a:defRPr sz="2000" b="1" u="none" strike="noStrike" kern="1200" cap="none" spc="0" normalizeH="0">
                <a:solidFill>
                  <a:srgbClr val="002E6B"/>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 </a:t>
            </a:r>
            <a:endParaRPr lang="en-US" altLang="zh-CN" smtClean="0"/>
          </a:p>
        </p:txBody>
      </p:sp>
      <p:sp>
        <p:nvSpPr>
          <p:cNvPr id="25" name="文本占位符 24"/>
          <p:cNvSpPr>
            <a:spLocks noGrp="1"/>
          </p:cNvSpPr>
          <p:nvPr>
            <p:ph type="body" sz="quarter" idx="14" hasCustomPrompt="1"/>
            <p:custDataLst>
              <p:tags r:id="rId7"/>
            </p:custDataLst>
          </p:nvPr>
        </p:nvSpPr>
        <p:spPr>
          <a:xfrm>
            <a:off x="473710" y="3536950"/>
            <a:ext cx="2646680" cy="830580"/>
          </a:xfrm>
        </p:spPr>
        <p:txBody>
          <a:bodyPr vert="horz" lIns="101600" tIns="38100" rIns="76200" bIns="38100" rtlCol="0" anchor="t" anchorCtr="0">
            <a:noAutofit/>
          </a:bodyPr>
          <a:lstStyle>
            <a:lvl1pPr marL="0" indent="0" algn="ctr">
              <a:lnSpc>
                <a:spcPct val="100000"/>
              </a:lnSpc>
              <a:buNone/>
              <a:defRPr sz="4800" b="1" u="none" strike="noStrike" kern="1200" cap="none" spc="-100" normalizeH="0">
                <a:solidFill>
                  <a:schemeClr val="bg1"/>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98.8%</a:t>
            </a:r>
            <a:endParaRPr lang="en-US" altLang="zh-CN" smtClean="0"/>
          </a:p>
        </p:txBody>
      </p:sp>
      <p:sp>
        <p:nvSpPr>
          <p:cNvPr id="28" name="文本占位符 27"/>
          <p:cNvSpPr>
            <a:spLocks noGrp="1"/>
          </p:cNvSpPr>
          <p:nvPr>
            <p:ph type="body" sz="quarter" idx="15" hasCustomPrompt="1"/>
            <p:custDataLst>
              <p:tags r:id="rId8"/>
            </p:custDataLst>
          </p:nvPr>
        </p:nvSpPr>
        <p:spPr>
          <a:xfrm>
            <a:off x="480695" y="4405630"/>
            <a:ext cx="2570480" cy="598170"/>
          </a:xfrm>
        </p:spPr>
        <p:txBody>
          <a:bodyPr vert="horz" lIns="101600" tIns="38100" rIns="76200" bIns="38100" rtlCol="0" anchor="t" anchorCtr="0">
            <a:noAutofit/>
          </a:bodyPr>
          <a:lstStyle>
            <a:lvl1pPr marL="0" indent="0" algn="ctr" eaLnBrk="1" fontAlgn="auto" latinLnBrk="0" hangingPunct="1">
              <a:lnSpc>
                <a:spcPct val="100000"/>
              </a:lnSpc>
              <a:spcBef>
                <a:spcPts val="0"/>
              </a:spcBef>
              <a:buNone/>
              <a:defRPr sz="1600" b="0" u="none" strike="noStrike" kern="1200" cap="none" spc="0" normalizeH="0">
                <a:solidFill>
                  <a:schemeClr val="bg1"/>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示意文本，仅作版式展示按实际需求调整内容</a:t>
            </a:r>
            <a:endParaRPr lang="zh-CN" altLang="en-US" smtClean="0"/>
          </a:p>
        </p:txBody>
      </p:sp>
      <p:sp>
        <p:nvSpPr>
          <p:cNvPr id="31" name="文本占位符 30"/>
          <p:cNvSpPr>
            <a:spLocks noGrp="1"/>
          </p:cNvSpPr>
          <p:nvPr>
            <p:ph type="body" sz="quarter" idx="16" hasCustomPrompt="1"/>
            <p:custDataLst>
              <p:tags r:id="rId9"/>
            </p:custDataLst>
          </p:nvPr>
        </p:nvSpPr>
        <p:spPr>
          <a:xfrm>
            <a:off x="3344545" y="2764790"/>
            <a:ext cx="2675255" cy="2743835"/>
          </a:xfrm>
          <a:prstGeom prst="ellipse">
            <a:avLst/>
          </a:prstGeom>
          <a:solidFill>
            <a:srgbClr val="0075DD"/>
          </a:solidFill>
        </p:spPr>
        <p:txBody>
          <a:bodyPr vert="horz" lIns="101600" tIns="38100" rIns="76200" bIns="38100" rtlCol="0" anchor="t" anchorCtr="0">
            <a:noAutofit/>
          </a:bodyPr>
          <a:lstStyle>
            <a:lvl1pPr marL="0" indent="0" algn="l">
              <a:lnSpc>
                <a:spcPct val="100000"/>
              </a:lnSpc>
              <a:buNone/>
              <a:defRPr sz="2000" b="1" u="none" strike="noStrike" kern="1200" cap="none" spc="0" normalizeH="0">
                <a:solidFill>
                  <a:srgbClr val="002E6B"/>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 </a:t>
            </a:r>
            <a:endParaRPr lang="en-US" altLang="zh-CN" smtClean="0"/>
          </a:p>
        </p:txBody>
      </p:sp>
      <p:sp>
        <p:nvSpPr>
          <p:cNvPr id="32" name="文本占位符 31"/>
          <p:cNvSpPr>
            <a:spLocks noGrp="1"/>
          </p:cNvSpPr>
          <p:nvPr>
            <p:ph type="body" sz="quarter" idx="17" hasCustomPrompt="1"/>
            <p:custDataLst>
              <p:tags r:id="rId10"/>
            </p:custDataLst>
          </p:nvPr>
        </p:nvSpPr>
        <p:spPr>
          <a:xfrm>
            <a:off x="3358515" y="3536950"/>
            <a:ext cx="2646680" cy="830580"/>
          </a:xfrm>
        </p:spPr>
        <p:txBody>
          <a:bodyPr vert="horz" lIns="101600" tIns="38100" rIns="76200" bIns="38100" rtlCol="0" anchor="t" anchorCtr="0">
            <a:noAutofit/>
          </a:bodyPr>
          <a:lstStyle>
            <a:lvl1pPr marL="0" indent="0" algn="ctr">
              <a:lnSpc>
                <a:spcPct val="100000"/>
              </a:lnSpc>
              <a:buNone/>
              <a:defRPr sz="4800" b="1" u="none" strike="noStrike" kern="1200" cap="none" spc="-100" normalizeH="0">
                <a:solidFill>
                  <a:schemeClr val="bg1"/>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en-US" smtClean="0"/>
              <a:t>¥</a:t>
            </a:r>
            <a:r>
              <a:rPr lang="en-US" altLang="zh-CN" smtClean="0"/>
              <a:t>69 557</a:t>
            </a:r>
            <a:endParaRPr lang="en-US" altLang="zh-CN" smtClean="0"/>
          </a:p>
        </p:txBody>
      </p:sp>
      <p:sp>
        <p:nvSpPr>
          <p:cNvPr id="33" name="文本占位符 32"/>
          <p:cNvSpPr>
            <a:spLocks noGrp="1"/>
          </p:cNvSpPr>
          <p:nvPr>
            <p:ph type="body" sz="quarter" idx="18" hasCustomPrompt="1"/>
            <p:custDataLst>
              <p:tags r:id="rId11"/>
            </p:custDataLst>
          </p:nvPr>
        </p:nvSpPr>
        <p:spPr>
          <a:xfrm>
            <a:off x="3380740" y="4405630"/>
            <a:ext cx="2570480" cy="598170"/>
          </a:xfrm>
        </p:spPr>
        <p:txBody>
          <a:bodyPr vert="horz" lIns="101600" tIns="38100" rIns="76200" bIns="38100" rtlCol="0" anchor="t" anchorCtr="0">
            <a:noAutofit/>
          </a:bodyPr>
          <a:lstStyle>
            <a:lvl1pPr marL="0" indent="0" algn="ctr" eaLnBrk="1" fontAlgn="auto" latinLnBrk="0" hangingPunct="1">
              <a:lnSpc>
                <a:spcPct val="100000"/>
              </a:lnSpc>
              <a:spcBef>
                <a:spcPts val="0"/>
              </a:spcBef>
              <a:buNone/>
              <a:defRPr sz="1600" b="0" u="none" strike="noStrike" kern="1200" cap="none" spc="0" normalizeH="0">
                <a:solidFill>
                  <a:schemeClr val="bg1"/>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示意文本，仅作版式展示按实际需求调整内容</a:t>
            </a:r>
            <a:endParaRPr lang="zh-CN" altLang="en-US" smtClean="0"/>
          </a:p>
        </p:txBody>
      </p:sp>
      <p:sp>
        <p:nvSpPr>
          <p:cNvPr id="40" name="文本占位符 39"/>
          <p:cNvSpPr>
            <a:spLocks noGrp="1"/>
          </p:cNvSpPr>
          <p:nvPr>
            <p:ph type="body" sz="quarter" idx="19" hasCustomPrompt="1"/>
            <p:custDataLst>
              <p:tags r:id="rId12"/>
            </p:custDataLst>
          </p:nvPr>
        </p:nvSpPr>
        <p:spPr>
          <a:xfrm>
            <a:off x="6219825" y="2764790"/>
            <a:ext cx="2675255" cy="2743835"/>
          </a:xfrm>
          <a:prstGeom prst="ellipse">
            <a:avLst/>
          </a:prstGeom>
          <a:solidFill>
            <a:srgbClr val="0075DD"/>
          </a:solidFill>
        </p:spPr>
        <p:txBody>
          <a:bodyPr vert="horz" lIns="101600" tIns="38100" rIns="76200" bIns="38100" rtlCol="0" anchor="t" anchorCtr="0">
            <a:noAutofit/>
          </a:bodyPr>
          <a:lstStyle>
            <a:lvl1pPr marL="0" indent="0" algn="l">
              <a:lnSpc>
                <a:spcPct val="100000"/>
              </a:lnSpc>
              <a:buNone/>
              <a:defRPr sz="2000" b="1" u="none" strike="noStrike" kern="1200" cap="none" spc="0" normalizeH="0">
                <a:solidFill>
                  <a:srgbClr val="002E6B"/>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 </a:t>
            </a:r>
            <a:endParaRPr lang="en-US" altLang="zh-CN" smtClean="0"/>
          </a:p>
        </p:txBody>
      </p:sp>
      <p:sp>
        <p:nvSpPr>
          <p:cNvPr id="41" name="文本占位符 40"/>
          <p:cNvSpPr>
            <a:spLocks noGrp="1"/>
          </p:cNvSpPr>
          <p:nvPr>
            <p:ph type="body" sz="quarter" idx="20" hasCustomPrompt="1"/>
            <p:custDataLst>
              <p:tags r:id="rId13"/>
            </p:custDataLst>
          </p:nvPr>
        </p:nvSpPr>
        <p:spPr>
          <a:xfrm>
            <a:off x="6249035" y="3536950"/>
            <a:ext cx="2646680" cy="830580"/>
          </a:xfrm>
        </p:spPr>
        <p:txBody>
          <a:bodyPr vert="horz" lIns="101600" tIns="38100" rIns="76200" bIns="38100" rtlCol="0" anchor="t" anchorCtr="0">
            <a:noAutofit/>
          </a:bodyPr>
          <a:lstStyle>
            <a:lvl1pPr marL="0" indent="0" algn="ctr">
              <a:lnSpc>
                <a:spcPct val="100000"/>
              </a:lnSpc>
              <a:buNone/>
              <a:defRPr sz="4800" b="1" u="none" strike="noStrike" kern="1200" cap="none" spc="-100" normalizeH="0">
                <a:solidFill>
                  <a:schemeClr val="bg1"/>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475 621</a:t>
            </a:r>
            <a:endParaRPr lang="en-US" altLang="zh-CN" smtClean="0"/>
          </a:p>
        </p:txBody>
      </p:sp>
      <p:sp>
        <p:nvSpPr>
          <p:cNvPr id="42" name="文本占位符 41"/>
          <p:cNvSpPr>
            <a:spLocks noGrp="1"/>
          </p:cNvSpPr>
          <p:nvPr>
            <p:ph type="body" sz="quarter" idx="21" hasCustomPrompt="1"/>
            <p:custDataLst>
              <p:tags r:id="rId14"/>
            </p:custDataLst>
          </p:nvPr>
        </p:nvSpPr>
        <p:spPr>
          <a:xfrm>
            <a:off x="6256020" y="4405630"/>
            <a:ext cx="2570480" cy="598170"/>
          </a:xfrm>
        </p:spPr>
        <p:txBody>
          <a:bodyPr vert="horz" lIns="101600" tIns="38100" rIns="76200" bIns="38100" rtlCol="0" anchor="t" anchorCtr="0">
            <a:noAutofit/>
          </a:bodyPr>
          <a:lstStyle>
            <a:lvl1pPr marL="0" indent="0" algn="ctr" eaLnBrk="1" fontAlgn="auto" latinLnBrk="0" hangingPunct="1">
              <a:lnSpc>
                <a:spcPct val="100000"/>
              </a:lnSpc>
              <a:spcBef>
                <a:spcPts val="0"/>
              </a:spcBef>
              <a:buNone/>
              <a:defRPr sz="1600" b="0" u="none" strike="noStrike" kern="1200" cap="none" spc="0" normalizeH="0">
                <a:solidFill>
                  <a:schemeClr val="bg1"/>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示意文本，仅作版式展示按实际需求调整内容</a:t>
            </a:r>
            <a:endParaRPr lang="zh-CN" altLang="en-US" smtClean="0"/>
          </a:p>
        </p:txBody>
      </p:sp>
      <p:sp>
        <p:nvSpPr>
          <p:cNvPr id="43" name="文本占位符 42"/>
          <p:cNvSpPr>
            <a:spLocks noGrp="1"/>
          </p:cNvSpPr>
          <p:nvPr>
            <p:ph type="body" sz="quarter" idx="22" hasCustomPrompt="1"/>
            <p:custDataLst>
              <p:tags r:id="rId15"/>
            </p:custDataLst>
          </p:nvPr>
        </p:nvSpPr>
        <p:spPr>
          <a:xfrm>
            <a:off x="9119870" y="2764790"/>
            <a:ext cx="2675255" cy="2743835"/>
          </a:xfrm>
          <a:prstGeom prst="ellipse">
            <a:avLst/>
          </a:prstGeom>
          <a:solidFill>
            <a:srgbClr val="0075DD"/>
          </a:solidFill>
        </p:spPr>
        <p:txBody>
          <a:bodyPr vert="horz" lIns="101600" tIns="38100" rIns="76200" bIns="38100" rtlCol="0" anchor="t" anchorCtr="0">
            <a:noAutofit/>
          </a:bodyPr>
          <a:lstStyle>
            <a:lvl1pPr marL="0" indent="0" algn="l">
              <a:lnSpc>
                <a:spcPct val="100000"/>
              </a:lnSpc>
              <a:buNone/>
              <a:defRPr sz="2000" b="1" u="none" strike="noStrike" kern="1200" cap="none" spc="0" normalizeH="0">
                <a:solidFill>
                  <a:srgbClr val="002E6B"/>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 </a:t>
            </a:r>
            <a:endParaRPr lang="en-US" altLang="zh-CN" smtClean="0"/>
          </a:p>
        </p:txBody>
      </p:sp>
      <p:sp>
        <p:nvSpPr>
          <p:cNvPr id="44" name="文本占位符 43"/>
          <p:cNvSpPr>
            <a:spLocks noGrp="1"/>
          </p:cNvSpPr>
          <p:nvPr>
            <p:ph type="body" sz="quarter" idx="23" hasCustomPrompt="1"/>
            <p:custDataLst>
              <p:tags r:id="rId16"/>
            </p:custDataLst>
          </p:nvPr>
        </p:nvSpPr>
        <p:spPr>
          <a:xfrm>
            <a:off x="9133840" y="3536950"/>
            <a:ext cx="2646680" cy="830580"/>
          </a:xfrm>
        </p:spPr>
        <p:txBody>
          <a:bodyPr vert="horz" lIns="101600" tIns="38100" rIns="76200" bIns="38100" rtlCol="0" anchor="t" anchorCtr="0">
            <a:noAutofit/>
          </a:bodyPr>
          <a:lstStyle>
            <a:lvl1pPr marL="0" indent="0" algn="ctr">
              <a:lnSpc>
                <a:spcPct val="100000"/>
              </a:lnSpc>
              <a:buNone/>
              <a:defRPr sz="4800" b="1" u="none" strike="noStrike" kern="1200" cap="none" spc="-100" normalizeH="0">
                <a:solidFill>
                  <a:schemeClr val="bg1"/>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1/10000</a:t>
            </a:r>
            <a:endParaRPr lang="en-US" altLang="zh-CN" smtClean="0"/>
          </a:p>
        </p:txBody>
      </p:sp>
      <p:sp>
        <p:nvSpPr>
          <p:cNvPr id="45" name="文本占位符 44"/>
          <p:cNvSpPr>
            <a:spLocks noGrp="1"/>
          </p:cNvSpPr>
          <p:nvPr>
            <p:ph type="body" sz="quarter" idx="24" hasCustomPrompt="1"/>
            <p:custDataLst>
              <p:tags r:id="rId17"/>
            </p:custDataLst>
          </p:nvPr>
        </p:nvSpPr>
        <p:spPr>
          <a:xfrm>
            <a:off x="9156065" y="4405630"/>
            <a:ext cx="2570480" cy="598170"/>
          </a:xfrm>
        </p:spPr>
        <p:txBody>
          <a:bodyPr vert="horz" lIns="101600" tIns="38100" rIns="76200" bIns="38100" rtlCol="0" anchor="t" anchorCtr="0">
            <a:noAutofit/>
          </a:bodyPr>
          <a:lstStyle>
            <a:lvl1pPr marL="0" indent="0" algn="ctr" eaLnBrk="1" fontAlgn="auto" latinLnBrk="0" hangingPunct="1">
              <a:lnSpc>
                <a:spcPct val="100000"/>
              </a:lnSpc>
              <a:spcBef>
                <a:spcPts val="0"/>
              </a:spcBef>
              <a:buNone/>
              <a:defRPr sz="1600" b="0" u="none" strike="noStrike" kern="1200" cap="none" spc="0" normalizeH="0">
                <a:solidFill>
                  <a:schemeClr val="bg1"/>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示意文本，仅作版式展示按实际需求调整内容</a:t>
            </a:r>
            <a:endParaRPr lang="zh-CN" altLang="en-US" smtClean="0"/>
          </a:p>
        </p:txBody>
      </p:sp>
      <p:pic>
        <p:nvPicPr>
          <p:cNvPr id="46" name="图片 45"/>
          <p:cNvPicPr>
            <a:picLocks noChangeAspect="1"/>
          </p:cNvPicPr>
          <p:nvPr userDrawn="1"/>
        </p:nvPicPr>
        <p:blipFill>
          <a:blip r:embed="rId18"/>
          <a:srcRect/>
          <a:stretch>
            <a:fillRect/>
          </a:stretch>
        </p:blipFill>
        <p:spPr>
          <a:xfrm>
            <a:off x="10357485" y="253365"/>
            <a:ext cx="1619250" cy="150495"/>
          </a:xfrm>
          <a:prstGeom prst="rect">
            <a:avLst/>
          </a:prstGeom>
        </p:spPr>
      </p:pic>
      <p:pic>
        <p:nvPicPr>
          <p:cNvPr id="47" name="图片 46"/>
          <p:cNvPicPr>
            <a:picLocks noChangeAspect="1"/>
          </p:cNvPicPr>
          <p:nvPr userDrawn="1"/>
        </p:nvPicPr>
        <p:blipFill>
          <a:blip r:embed="rId19"/>
          <a:srcRect/>
          <a:stretch>
            <a:fillRect/>
          </a:stretch>
        </p:blipFill>
        <p:spPr>
          <a:xfrm>
            <a:off x="9442450" y="213995"/>
            <a:ext cx="773430" cy="208280"/>
          </a:xfrm>
          <a:prstGeom prst="rect">
            <a:avLst/>
          </a:prstGeom>
        </p:spPr>
      </p:pic>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幻灯片尾页">
    <p:bg>
      <p:bgPr>
        <a:solidFill>
          <a:srgbClr val="EEF4F8"/>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0"/>
            <a:ext cx="12192000" cy="6858000"/>
          </a:xfrm>
          <a:prstGeom prst="rect">
            <a:avLst/>
          </a:prstGeom>
        </p:spPr>
      </p:pic>
      <p:pic>
        <p:nvPicPr>
          <p:cNvPr id="4" name="图片 3"/>
          <p:cNvPicPr>
            <a:picLocks noChangeAspect="1"/>
          </p:cNvPicPr>
          <p:nvPr userDrawn="1"/>
        </p:nvPicPr>
        <p:blipFill>
          <a:blip r:embed="rId3">
            <a:alphaModFix amt="4000"/>
          </a:blip>
          <a:stretch>
            <a:fillRect/>
          </a:stretch>
        </p:blipFill>
        <p:spPr>
          <a:xfrm>
            <a:off x="0" y="0"/>
            <a:ext cx="12192000" cy="685800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内页">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alphaModFix amt="50000"/>
          </a:blip>
          <a:stretch>
            <a:fillRect/>
          </a:stretch>
        </p:blipFill>
        <p:spPr>
          <a:xfrm>
            <a:off x="0" y="0"/>
            <a:ext cx="12192000" cy="6858000"/>
          </a:xfrm>
          <a:prstGeom prst="rect">
            <a:avLst/>
          </a:prstGeom>
        </p:spPr>
      </p:pic>
      <p:pic>
        <p:nvPicPr>
          <p:cNvPr id="3" name="图片 2"/>
          <p:cNvPicPr>
            <a:picLocks noChangeAspect="1"/>
          </p:cNvPicPr>
          <p:nvPr userDrawn="1"/>
        </p:nvPicPr>
        <p:blipFill>
          <a:blip r:embed="rId3"/>
          <a:stretch>
            <a:fillRect/>
          </a:stretch>
        </p:blipFill>
        <p:spPr>
          <a:xfrm>
            <a:off x="0" y="6631305"/>
            <a:ext cx="11471910" cy="228600"/>
          </a:xfrm>
          <a:prstGeom prst="rect">
            <a:avLst/>
          </a:prstGeom>
        </p:spPr>
      </p:pic>
      <p:sp>
        <p:nvSpPr>
          <p:cNvPr id="6" name="文本框 5"/>
          <p:cNvSpPr txBox="1"/>
          <p:nvPr userDrawn="1"/>
        </p:nvSpPr>
        <p:spPr>
          <a:xfrm>
            <a:off x="5911215" y="6428105"/>
            <a:ext cx="5807075" cy="213995"/>
          </a:xfrm>
          <a:prstGeom prst="rect">
            <a:avLst/>
          </a:prstGeom>
          <a:noFill/>
        </p:spPr>
        <p:txBody>
          <a:bodyPr wrap="square" rtlCol="0">
            <a:spAutoFit/>
          </a:bodyPr>
          <a:lstStyle/>
          <a:p>
            <a:pPr algn="r"/>
            <a:r>
              <a:rPr kumimoji="1" lang="zh-CN" altLang="en-US"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版权所有 </a:t>
            </a:r>
            <a:r>
              <a:rPr kumimoji="1" lang="en-US"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©2025 </a:t>
            </a:r>
            <a:r>
              <a:rPr kumimoji="1" lang="zh-CN" altLang="en-US"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欣旺达动力科技股份有限公司           </a:t>
            </a:r>
            <a:r>
              <a:rPr kumimoji="1" lang="en-GB"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Copyright © 202</a:t>
            </a:r>
            <a:r>
              <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5</a:t>
            </a:r>
            <a:r>
              <a:rPr kumimoji="1" lang="en-GB"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 Sunwoda Mobility Energy Technology Co., Ltd.</a:t>
            </a:r>
            <a:r>
              <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    </a:t>
            </a:r>
            <a:endPar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灯片编号占位符 8"/>
          <p:cNvSpPr>
            <a:spLocks noGrp="1"/>
          </p:cNvSpPr>
          <p:nvPr>
            <p:ph type="sldNum" sz="quarter" idx="4"/>
          </p:nvPr>
        </p:nvSpPr>
        <p:spPr>
          <a:xfrm>
            <a:off x="11685905" y="6409690"/>
            <a:ext cx="460375" cy="365125"/>
          </a:xfrm>
        </p:spPr>
        <p:txBody>
          <a:bodyPr/>
          <a:lstStyle>
            <a:lvl1pPr algn="ctr" eaLnBrk="1" hangingPunct="1">
              <a:defRPr sz="1000" noProof="1">
                <a:solidFill>
                  <a:srgbClr val="ABB1B4"/>
                </a:solidFill>
                <a:latin typeface="微软雅黑" panose="020B0503020204020204" pitchFamily="34" charset="-122"/>
                <a:ea typeface="微软雅黑" panose="020B0503020204020204" pitchFamily="34" charset="-122"/>
              </a:defRPr>
            </a:lvl1pPr>
          </a:lstStyle>
          <a:p>
            <a:pPr marL="0" marR="0" lvl="0" indent="0" defTabSz="914400" rtl="0" eaLnBrk="1" fontAlgn="base" latinLnBrk="0" hangingPunct="1">
              <a:lnSpc>
                <a:spcPct val="100000"/>
              </a:lnSpc>
              <a:spcBef>
                <a:spcPct val="0"/>
              </a:spcBef>
              <a:spcAft>
                <a:spcPct val="0"/>
              </a:spcAft>
              <a:buClrTx/>
              <a:buSzTx/>
              <a:buFontTx/>
              <a:buNone/>
              <a:defRPr/>
            </a:pPr>
            <a:fld id="{010ADA77-A9CE-4CA9-8EB5-DAB44D5B3F78}" type="slidenum">
              <a:rPr kumimoji="0" lang="zh-CN" altLang="en-US" b="0" i="0" u="none" strike="noStrike" kern="1200" cap="none" spc="0" normalizeH="0" baseline="0" noProof="1">
                <a:ln>
                  <a:noFill/>
                </a:ln>
                <a:effectLst/>
                <a:uLnTx/>
                <a:uFillTx/>
                <a:cs typeface="+mn-cs"/>
              </a:rPr>
            </a:fld>
            <a:endParaRPr kumimoji="0" lang="zh-CN" altLang="en-US" sz="18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15" name="图片 14"/>
          <p:cNvPicPr>
            <a:picLocks noChangeAspect="1"/>
          </p:cNvPicPr>
          <p:nvPr userDrawn="1"/>
        </p:nvPicPr>
        <p:blipFill>
          <a:blip r:embed="rId4"/>
          <a:srcRect/>
          <a:stretch>
            <a:fillRect/>
          </a:stretch>
        </p:blipFill>
        <p:spPr>
          <a:xfrm>
            <a:off x="10357485" y="253365"/>
            <a:ext cx="1619250" cy="150495"/>
          </a:xfrm>
          <a:prstGeom prst="rect">
            <a:avLst/>
          </a:prstGeom>
        </p:spPr>
      </p:pic>
      <p:pic>
        <p:nvPicPr>
          <p:cNvPr id="16" name="图片 15"/>
          <p:cNvPicPr>
            <a:picLocks noChangeAspect="1"/>
          </p:cNvPicPr>
          <p:nvPr userDrawn="1"/>
        </p:nvPicPr>
        <p:blipFill>
          <a:blip r:embed="rId5"/>
          <a:srcRect/>
          <a:stretch>
            <a:fillRect/>
          </a:stretch>
        </p:blipFill>
        <p:spPr>
          <a:xfrm>
            <a:off x="9442450" y="213995"/>
            <a:ext cx="773430" cy="208280"/>
          </a:xfrm>
          <a:prstGeom prst="rect">
            <a:avLst/>
          </a:prstGeom>
        </p:spPr>
      </p:pic>
      <p:sp>
        <p:nvSpPr>
          <p:cNvPr id="10" name="矩形: 剪去单角 4"/>
          <p:cNvSpPr/>
          <p:nvPr userDrawn="1"/>
        </p:nvSpPr>
        <p:spPr>
          <a:xfrm flipV="1">
            <a:off x="-3" y="206872"/>
            <a:ext cx="290975" cy="403755"/>
          </a:xfrm>
          <a:prstGeom prst="snip1Rect">
            <a:avLst>
              <a:gd name="adj" fmla="val 50000"/>
            </a:avLst>
          </a:prstGeom>
          <a:solidFill>
            <a:schemeClr val="bg2">
              <a:lumMod val="75000"/>
            </a:schemeClr>
          </a:solidFill>
          <a:ln>
            <a:noFill/>
          </a:ln>
          <a:effectLst>
            <a:outerShdw blurRad="44450" dist="27940" dir="5400000"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标题 1"/>
          <p:cNvSpPr>
            <a:spLocks noGrp="1"/>
          </p:cNvSpPr>
          <p:nvPr>
            <p:ph type="title" hasCustomPrompt="1"/>
          </p:nvPr>
        </p:nvSpPr>
        <p:spPr>
          <a:xfrm rot="10800000" flipV="1">
            <a:off x="290972" y="207046"/>
            <a:ext cx="4348482" cy="403756"/>
          </a:xfrm>
          <a:prstGeom prst="snip2DiagRect">
            <a:avLst>
              <a:gd name="adj1" fmla="val 0"/>
              <a:gd name="adj2" fmla="val 44347"/>
            </a:avLst>
          </a:prstGeom>
          <a:solidFill>
            <a:srgbClr val="009FB4"/>
          </a:solidFill>
          <a:ln>
            <a:noFill/>
          </a:ln>
          <a:effectLst>
            <a:outerShdw blurRad="44450" dist="27940" dir="5400000"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lgn="l">
              <a:defRPr lang="zh-CN" altLang="en-US" sz="2000" b="1">
                <a:solidFill>
                  <a:schemeClr val="lt1"/>
                </a:solidFill>
                <a:latin typeface="微软雅黑" panose="020B0503020204020204" pitchFamily="34" charset="-122"/>
                <a:ea typeface="微软雅黑" panose="020B0503020204020204" pitchFamily="34" charset="-122"/>
                <a:cs typeface="+mn-cs"/>
              </a:defRPr>
            </a:lvl1pPr>
          </a:lstStyle>
          <a:p>
            <a:pPr marL="0" lvl="0" algn="ctr"/>
            <a:r>
              <a:rPr lang="zh-CN" altLang="en-US" dirty="0"/>
              <a:t>单击此处</a:t>
            </a:r>
            <a:r>
              <a:rPr lang="zh-CN" altLang="en-US" dirty="0" smtClean="0"/>
              <a:t>编辑标题</a:t>
            </a:r>
            <a:endParaRPr lang="zh-CN" altLang="en-US" dirty="0"/>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文本框 4"/>
          <p:cNvSpPr txBox="1"/>
          <p:nvPr userDrawn="1"/>
        </p:nvSpPr>
        <p:spPr>
          <a:xfrm>
            <a:off x="5911215" y="6428105"/>
            <a:ext cx="5807075" cy="213995"/>
          </a:xfrm>
          <a:prstGeom prst="rect">
            <a:avLst/>
          </a:prstGeom>
          <a:noFill/>
        </p:spPr>
        <p:txBody>
          <a:bodyPr wrap="square" rtlCol="0">
            <a:spAutoFit/>
          </a:bodyPr>
          <a:lstStyle/>
          <a:p>
            <a:pPr algn="r"/>
            <a:r>
              <a:rPr kumimoji="1" lang="zh-CN" altLang="en-US"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版权所有 </a:t>
            </a:r>
            <a:r>
              <a:rPr kumimoji="1" lang="en-US"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©2025 </a:t>
            </a:r>
            <a:r>
              <a:rPr kumimoji="1" lang="zh-CN" altLang="en-US"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欣旺达动力科技股份有限公司           </a:t>
            </a:r>
            <a:r>
              <a:rPr kumimoji="1" lang="en-GB"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Copyright © 202</a:t>
            </a:r>
            <a:r>
              <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5</a:t>
            </a:r>
            <a:r>
              <a:rPr kumimoji="1" lang="en-GB" altLang="zh-CN"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 Sunwoda Mobility Energy Technology Co., Ltd.</a:t>
            </a:r>
            <a:r>
              <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rPr>
              <a:t>    </a:t>
            </a:r>
            <a:endParaRPr kumimoji="1" lang="en-US" altLang="en-GB" sz="800" b="0" i="0" spc="-20" dirty="0">
              <a:solidFill>
                <a:srgbClr val="ABB1B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灯片编号占位符 5"/>
          <p:cNvSpPr>
            <a:spLocks noGrp="1"/>
          </p:cNvSpPr>
          <p:nvPr>
            <p:ph type="sldNum" sz="quarter" idx="4"/>
          </p:nvPr>
        </p:nvSpPr>
        <p:spPr>
          <a:xfrm>
            <a:off x="11685905" y="6409690"/>
            <a:ext cx="460375" cy="365125"/>
          </a:xfrm>
        </p:spPr>
        <p:txBody>
          <a:bodyPr/>
          <a:lstStyle>
            <a:lvl1pPr algn="ctr" eaLnBrk="1" hangingPunct="1">
              <a:defRPr sz="1000" noProof="1">
                <a:solidFill>
                  <a:srgbClr val="ABB1B4"/>
                </a:solidFill>
                <a:latin typeface="微软雅黑" panose="020B0503020204020204" pitchFamily="34" charset="-122"/>
                <a:ea typeface="微软雅黑" panose="020B0503020204020204" pitchFamily="34" charset="-122"/>
              </a:defRPr>
            </a:lvl1pPr>
          </a:lstStyle>
          <a:p>
            <a:pPr marL="0" marR="0" lvl="0" indent="0" defTabSz="914400" rtl="0" eaLnBrk="1" fontAlgn="base" latinLnBrk="0" hangingPunct="1">
              <a:lnSpc>
                <a:spcPct val="100000"/>
              </a:lnSpc>
              <a:spcBef>
                <a:spcPct val="0"/>
              </a:spcBef>
              <a:spcAft>
                <a:spcPct val="0"/>
              </a:spcAft>
              <a:buClrTx/>
              <a:buSzTx/>
              <a:buFontTx/>
              <a:buNone/>
              <a:defRPr/>
            </a:pPr>
            <a:fld id="{010ADA77-A9CE-4CA9-8EB5-DAB44D5B3F78}" type="slidenum">
              <a:rPr kumimoji="0" lang="zh-CN" altLang="en-US" b="0" i="0" u="none" strike="noStrike" kern="1200" cap="none" spc="0" normalizeH="0" baseline="0" noProof="1">
                <a:ln>
                  <a:noFill/>
                </a:ln>
                <a:effectLst/>
                <a:uLnTx/>
                <a:uFillTx/>
                <a:cs typeface="+mn-cs"/>
              </a:rPr>
            </a:fld>
            <a:endParaRPr kumimoji="0" lang="zh-CN" altLang="en-US" sz="18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10" name="图片 9"/>
          <p:cNvPicPr>
            <a:picLocks noChangeAspect="1"/>
          </p:cNvPicPr>
          <p:nvPr userDrawn="1"/>
        </p:nvPicPr>
        <p:blipFill>
          <a:blip r:embed="rId2"/>
          <a:srcRect/>
          <a:stretch>
            <a:fillRect/>
          </a:stretch>
        </p:blipFill>
        <p:spPr>
          <a:xfrm>
            <a:off x="10357485" y="253365"/>
            <a:ext cx="1619250" cy="150495"/>
          </a:xfrm>
          <a:prstGeom prst="rect">
            <a:avLst/>
          </a:prstGeom>
        </p:spPr>
      </p:pic>
      <p:pic>
        <p:nvPicPr>
          <p:cNvPr id="14" name="图片 13"/>
          <p:cNvPicPr>
            <a:picLocks noChangeAspect="1"/>
          </p:cNvPicPr>
          <p:nvPr userDrawn="1"/>
        </p:nvPicPr>
        <p:blipFill>
          <a:blip r:embed="rId3"/>
          <a:srcRect/>
          <a:stretch>
            <a:fillRect/>
          </a:stretch>
        </p:blipFill>
        <p:spPr>
          <a:xfrm>
            <a:off x="9442450" y="213995"/>
            <a:ext cx="773430" cy="208280"/>
          </a:xfrm>
          <a:prstGeom prst="rect">
            <a:avLst/>
          </a:prstGeom>
        </p:spPr>
      </p:pic>
      <p:pic>
        <p:nvPicPr>
          <p:cNvPr id="2" name="图片 1"/>
          <p:cNvPicPr>
            <a:picLocks noChangeAspect="1"/>
          </p:cNvPicPr>
          <p:nvPr userDrawn="1"/>
        </p:nvPicPr>
        <p:blipFill>
          <a:blip r:embed="rId4">
            <a:alphaModFix amt="50000"/>
          </a:blip>
          <a:stretch>
            <a:fillRect/>
          </a:stretch>
        </p:blipFill>
        <p:spPr>
          <a:xfrm>
            <a:off x="0" y="0"/>
            <a:ext cx="12192000" cy="6858000"/>
          </a:xfrm>
          <a:prstGeom prst="rect">
            <a:avLst/>
          </a:prstGeom>
        </p:spPr>
      </p:pic>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39" y="365142"/>
            <a:ext cx="10516087" cy="1325624"/>
          </a:xfr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838239" y="1825710"/>
            <a:ext cx="10516087" cy="435154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838239" y="6356645"/>
            <a:ext cx="2743327" cy="365142"/>
          </a:xfrm>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a:xfrm>
            <a:off x="4038788" y="6356645"/>
            <a:ext cx="4114991" cy="365142"/>
          </a:xfrm>
        </p:spPr>
        <p:txBody>
          <a:bodyPr/>
          <a:lstStyle/>
          <a:p>
            <a:endParaRPr lang="zh-CN" altLang="en-US"/>
          </a:p>
        </p:txBody>
      </p:sp>
      <p:sp>
        <p:nvSpPr>
          <p:cNvPr id="6" name="灯片编号占位符 5"/>
          <p:cNvSpPr>
            <a:spLocks noGrp="1"/>
          </p:cNvSpPr>
          <p:nvPr>
            <p:ph type="sldNum" sz="quarter" idx="12"/>
          </p:nvPr>
        </p:nvSpPr>
        <p:spPr>
          <a:xfrm>
            <a:off x="8611000" y="6356645"/>
            <a:ext cx="2743327" cy="365142"/>
          </a:xfrm>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0.png"/><Relationship Id="rId14" Type="http://schemas.openxmlformats.org/officeDocument/2006/relationships/image" Target="../media/image9.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EF4F8"/>
        </a:solidFill>
        <a:effectLst/>
      </p:bgPr>
    </p:bg>
    <p:spTree>
      <p:nvGrpSpPr>
        <p:cNvPr id="1" name=""/>
        <p:cNvGrpSpPr/>
        <p:nvPr/>
      </p:nvGrpSpPr>
      <p:grpSpPr>
        <a:xfrm>
          <a:off x="0" y="0"/>
          <a:ext cx="0" cy="0"/>
          <a:chOff x="0" y="0"/>
          <a:chExt cx="0" cy="0"/>
        </a:xfrm>
      </p:grpSpPr>
      <p:sp>
        <p:nvSpPr>
          <p:cNvPr id="7" name="IPGWMV_P-BA95_T-3_U-04B8CA32" descr="IPGWMV_P-BA95_T-3_U-04B8CA32"/>
          <p:cNvSpPr/>
          <p:nvPr userDrawn="1"/>
        </p:nvSpPr>
        <p:spPr>
          <a:xfrm>
            <a:off x="0" y="0"/>
            <a:ext cx="12192000" cy="6858000"/>
          </a:xfrm>
          <a:prstGeom prst="rect">
            <a:avLst/>
          </a:prstGeom>
          <a:blipFill dpi="0" rotWithShape="1">
            <a:blip r:embed="rId14" cstate="print">
              <a:alphaModFix amt="10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dirty="0">
              <a:ln>
                <a:noFill/>
              </a:ln>
              <a:noFill/>
            </a:endParaRPr>
          </a:p>
        </p:txBody>
      </p:sp>
      <p:pic>
        <p:nvPicPr>
          <p:cNvPr id="6" name="图片 5"/>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a:xfrm>
            <a:off x="11497310" y="6537960"/>
            <a:ext cx="694690" cy="320040"/>
          </a:xfrm>
          <a:custGeom>
            <a:avLst/>
            <a:gdLst/>
            <a:ahLst/>
            <a:cxnLst>
              <a:cxn ang="3">
                <a:pos x="hc" y="t"/>
              </a:cxn>
              <a:cxn ang="cd2">
                <a:pos x="l" y="vc"/>
              </a:cxn>
              <a:cxn ang="cd4">
                <a:pos x="hc" y="b"/>
              </a:cxn>
              <a:cxn ang="0">
                <a:pos x="r" y="vc"/>
              </a:cxn>
            </a:cxnLst>
            <a:rect l="l" t="t" r="r" b="b"/>
            <a:pathLst>
              <a:path w="1442" h="664">
                <a:moveTo>
                  <a:pt x="0" y="0"/>
                </a:moveTo>
                <a:lnTo>
                  <a:pt x="702" y="0"/>
                </a:lnTo>
                <a:lnTo>
                  <a:pt x="702" y="281"/>
                </a:lnTo>
                <a:lnTo>
                  <a:pt x="1442" y="281"/>
                </a:lnTo>
                <a:lnTo>
                  <a:pt x="1442" y="664"/>
                </a:lnTo>
                <a:lnTo>
                  <a:pt x="0" y="664"/>
                </a:lnTo>
                <a:lnTo>
                  <a:pt x="0" y="0"/>
                </a:lnTo>
                <a:close/>
              </a:path>
            </a:pathLst>
          </a:cu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1.xml"/><Relationship Id="rId1" Type="http://schemas.openxmlformats.org/officeDocument/2006/relationships/tags" Target="../tags/tag4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1.xml"/><Relationship Id="rId2" Type="http://schemas.openxmlformats.org/officeDocument/2006/relationships/tags" Target="../tags/tag43.xml"/><Relationship Id="rId1" Type="http://schemas.openxmlformats.org/officeDocument/2006/relationships/tags" Target="../tags/tag4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00990" y="2449195"/>
            <a:ext cx="7190105" cy="1489710"/>
          </a:xfrm>
        </p:spPr>
        <p:txBody>
          <a:bodyPr/>
          <a:p>
            <a:pPr algn="ctr"/>
            <a:r>
              <a:rPr lang="zh-CN" b="1" dirty="0">
                <a:effectLst/>
                <a:sym typeface="+mn-ea"/>
              </a:rPr>
              <a:t>卷绕机多级纠偏联动控制</a:t>
            </a:r>
            <a:endParaRPr lang="zh-CN" altLang="en-US"/>
          </a:p>
        </p:txBody>
      </p:sp>
      <p:sp>
        <p:nvSpPr>
          <p:cNvPr id="3" name="副标题 2"/>
          <p:cNvSpPr>
            <a:spLocks noGrp="1"/>
          </p:cNvSpPr>
          <p:nvPr>
            <p:ph type="subTitle" idx="1"/>
            <p:custDataLst>
              <p:tags r:id="rId1"/>
            </p:custDataLst>
          </p:nvPr>
        </p:nvSpPr>
        <p:spPr>
          <a:xfrm>
            <a:off x="1906905" y="4380230"/>
            <a:ext cx="6033135" cy="386715"/>
          </a:xfrm>
        </p:spPr>
        <p:txBody>
          <a:bodyPr/>
          <a:p>
            <a:pPr algn="r"/>
            <a:r>
              <a:rPr lang="en-US" altLang="zh-CN"/>
              <a:t>       </a:t>
            </a:r>
            <a:r>
              <a:rPr lang="zh-CN" altLang="en-US"/>
              <a:t>胡志亮</a:t>
            </a:r>
            <a:r>
              <a:rPr lang="en-US" altLang="zh-CN"/>
              <a:t>   2026</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标题 38"/>
          <p:cNvSpPr>
            <a:spLocks noGrp="1"/>
          </p:cNvSpPr>
          <p:nvPr>
            <p:ph type="title"/>
          </p:nvPr>
        </p:nvSpPr>
        <p:spPr>
          <a:xfrm rot="10800000" flipV="1">
            <a:off x="337820" y="207010"/>
            <a:ext cx="4454525" cy="403860"/>
          </a:xfrm>
        </p:spPr>
        <p:txBody>
          <a:bodyPr/>
          <a:p>
            <a:r>
              <a:rPr>
                <a:sym typeface="+mn-ea"/>
              </a:rPr>
              <a:t>多级纠偏联动功能原理</a:t>
            </a:r>
            <a:endParaRPr>
              <a:sym typeface="+mn-ea"/>
            </a:endParaRPr>
          </a:p>
        </p:txBody>
      </p:sp>
      <p:grpSp>
        <p:nvGrpSpPr>
          <p:cNvPr id="151" name="组合 150"/>
          <p:cNvGrpSpPr/>
          <p:nvPr/>
        </p:nvGrpSpPr>
        <p:grpSpPr>
          <a:xfrm>
            <a:off x="474980" y="1118870"/>
            <a:ext cx="8743315" cy="3452495"/>
            <a:chOff x="1580" y="1171"/>
            <a:chExt cx="13769" cy="5437"/>
          </a:xfrm>
        </p:grpSpPr>
        <p:sp>
          <p:nvSpPr>
            <p:cNvPr id="145" name="矩形 144"/>
            <p:cNvSpPr/>
            <p:nvPr/>
          </p:nvSpPr>
          <p:spPr>
            <a:xfrm>
              <a:off x="5249" y="3203"/>
              <a:ext cx="698" cy="283"/>
            </a:xfrm>
            <a:prstGeom prst="rect">
              <a:avLst/>
            </a:prstGeom>
            <a:solidFill>
              <a:srgbClr val="FF0000"/>
            </a:solidFill>
            <a:ln w="2857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82" name="组合 81"/>
            <p:cNvGrpSpPr/>
            <p:nvPr/>
          </p:nvGrpSpPr>
          <p:grpSpPr>
            <a:xfrm rot="0">
              <a:off x="11547" y="2789"/>
              <a:ext cx="3802" cy="3819"/>
              <a:chOff x="1747" y="3698"/>
              <a:chExt cx="4092" cy="4062"/>
            </a:xfrm>
          </p:grpSpPr>
          <p:sp>
            <p:nvSpPr>
              <p:cNvPr id="83" name="椭圆 82"/>
              <p:cNvSpPr/>
              <p:nvPr/>
            </p:nvSpPr>
            <p:spPr>
              <a:xfrm>
                <a:off x="3143" y="6313"/>
                <a:ext cx="1116" cy="1261"/>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p>
            </p:txBody>
          </p:sp>
          <p:sp>
            <p:nvSpPr>
              <p:cNvPr id="84" name="椭圆 83"/>
              <p:cNvSpPr/>
              <p:nvPr/>
            </p:nvSpPr>
            <p:spPr>
              <a:xfrm>
                <a:off x="3086" y="4345"/>
                <a:ext cx="728" cy="728"/>
              </a:xfrm>
              <a:prstGeom prst="ellipse">
                <a:avLst/>
              </a:prstGeom>
              <a:solidFill>
                <a:schemeClr val="accent1">
                  <a:lumMod val="5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400"/>
                  <a:t>卷针</a:t>
                </a:r>
                <a:r>
                  <a:rPr lang="en-US" altLang="zh-CN" sz="400"/>
                  <a:t>2</a:t>
                </a:r>
                <a:endParaRPr lang="en-US" altLang="zh-CN" sz="400"/>
              </a:p>
            </p:txBody>
          </p:sp>
          <p:sp>
            <p:nvSpPr>
              <p:cNvPr id="86" name="椭圆 85"/>
              <p:cNvSpPr/>
              <p:nvPr/>
            </p:nvSpPr>
            <p:spPr>
              <a:xfrm>
                <a:off x="3336" y="6580"/>
                <a:ext cx="728" cy="728"/>
              </a:xfrm>
              <a:prstGeom prst="ellipse">
                <a:avLst/>
              </a:prstGeom>
              <a:solidFill>
                <a:schemeClr val="accent1">
                  <a:lumMod val="5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400"/>
                  <a:t>卷针</a:t>
                </a:r>
                <a:r>
                  <a:rPr lang="en-US" altLang="zh-CN" sz="400"/>
                  <a:t>1</a:t>
                </a:r>
                <a:endParaRPr lang="en-US" altLang="zh-CN" sz="400"/>
              </a:p>
            </p:txBody>
          </p:sp>
          <p:sp>
            <p:nvSpPr>
              <p:cNvPr id="87" name="任意多边形 86"/>
              <p:cNvSpPr/>
              <p:nvPr/>
            </p:nvSpPr>
            <p:spPr>
              <a:xfrm>
                <a:off x="2815" y="3698"/>
                <a:ext cx="1248" cy="2759"/>
              </a:xfrm>
              <a:custGeom>
                <a:avLst/>
                <a:gdLst>
                  <a:gd name="connisteX0" fmla="*/ 0 w 967405"/>
                  <a:gd name="connsiteY0" fmla="*/ 0 h 1697355"/>
                  <a:gd name="connisteX1" fmla="*/ 391795 w 967405"/>
                  <a:gd name="connsiteY1" fmla="*/ 281305 h 1697355"/>
                  <a:gd name="connisteX2" fmla="*/ 501650 w 967405"/>
                  <a:gd name="connsiteY2" fmla="*/ 492125 h 1697355"/>
                  <a:gd name="connisteX3" fmla="*/ 521970 w 967405"/>
                  <a:gd name="connsiteY3" fmla="*/ 934085 h 1697355"/>
                  <a:gd name="connisteX4" fmla="*/ 943610 w 967405"/>
                  <a:gd name="connsiteY4" fmla="*/ 1647190 h 1697355"/>
                  <a:gd name="connisteX5" fmla="*/ 953770 w 967405"/>
                  <a:gd name="connsiteY5" fmla="*/ 1697355 h 1697355"/>
                  <a:gd name="connisteX6" fmla="*/ 1485900 w 967405"/>
                  <a:gd name="connsiteY6" fmla="*/ 2912110 h 16973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967406" h="1697355">
                    <a:moveTo>
                      <a:pt x="0" y="0"/>
                    </a:moveTo>
                    <a:cubicBezTo>
                      <a:pt x="76200" y="52070"/>
                      <a:pt x="291465" y="182880"/>
                      <a:pt x="391795" y="281305"/>
                    </a:cubicBezTo>
                    <a:cubicBezTo>
                      <a:pt x="492125" y="379730"/>
                      <a:pt x="475615" y="361315"/>
                      <a:pt x="501650" y="492125"/>
                    </a:cubicBezTo>
                    <a:cubicBezTo>
                      <a:pt x="527685" y="622935"/>
                      <a:pt x="433705" y="702945"/>
                      <a:pt x="521970" y="934085"/>
                    </a:cubicBezTo>
                    <a:cubicBezTo>
                      <a:pt x="610235" y="1165225"/>
                      <a:pt x="857250" y="1494790"/>
                      <a:pt x="943610" y="1647190"/>
                    </a:cubicBezTo>
                    <a:cubicBezTo>
                      <a:pt x="1029970" y="1799590"/>
                      <a:pt x="845185" y="1444625"/>
                      <a:pt x="953770" y="169735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p>
            </p:txBody>
          </p:sp>
          <p:sp>
            <p:nvSpPr>
              <p:cNvPr id="89" name="椭圆 88"/>
              <p:cNvSpPr/>
              <p:nvPr/>
            </p:nvSpPr>
            <p:spPr>
              <a:xfrm>
                <a:off x="1747" y="4112"/>
                <a:ext cx="3844" cy="3648"/>
              </a:xfrm>
              <a:prstGeom prst="ellipse">
                <a:avLst/>
              </a:prstGeom>
              <a:noFill/>
              <a:ln>
                <a:prstDash val="sysDot"/>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0"/>
              </a:p>
            </p:txBody>
          </p:sp>
          <p:sp>
            <p:nvSpPr>
              <p:cNvPr id="90" name="空心弧 89"/>
              <p:cNvSpPr/>
              <p:nvPr/>
            </p:nvSpPr>
            <p:spPr>
              <a:xfrm rot="14280000">
                <a:off x="3303" y="6188"/>
                <a:ext cx="701" cy="1048"/>
              </a:xfrm>
              <a:prstGeom prst="blockArc">
                <a:avLst>
                  <a:gd name="adj1" fmla="val 16960016"/>
                  <a:gd name="adj2" fmla="val 21010369"/>
                  <a:gd name="adj3" fmla="val 24341"/>
                </a:avLst>
              </a:prstGeom>
              <a:solidFill>
                <a:schemeClr val="accent3">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0">
                  <a:solidFill>
                    <a:schemeClr val="tx1"/>
                  </a:solidFill>
                </a:endParaRPr>
              </a:p>
            </p:txBody>
          </p:sp>
          <p:sp>
            <p:nvSpPr>
              <p:cNvPr id="93" name="空心弧 92"/>
              <p:cNvSpPr/>
              <p:nvPr/>
            </p:nvSpPr>
            <p:spPr>
              <a:xfrm rot="20100000">
                <a:off x="3593" y="6378"/>
                <a:ext cx="701" cy="1048"/>
              </a:xfrm>
              <a:prstGeom prst="blockArc">
                <a:avLst>
                  <a:gd name="adj1" fmla="val 16960016"/>
                  <a:gd name="adj2" fmla="val 21010369"/>
                  <a:gd name="adj3" fmla="val 24341"/>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0">
                  <a:solidFill>
                    <a:schemeClr val="tx1"/>
                  </a:solidFill>
                </a:endParaRPr>
              </a:p>
            </p:txBody>
          </p:sp>
          <p:sp>
            <p:nvSpPr>
              <p:cNvPr id="95" name="右弧形箭头 94"/>
              <p:cNvSpPr/>
              <p:nvPr/>
            </p:nvSpPr>
            <p:spPr>
              <a:xfrm rot="480000">
                <a:off x="5284" y="4852"/>
                <a:ext cx="555" cy="2673"/>
              </a:xfrm>
              <a:prstGeom prst="curvedLeftArrow">
                <a:avLst/>
              </a:prstGeom>
              <a:solidFill>
                <a:schemeClr val="accent3">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0">
                  <a:solidFill>
                    <a:schemeClr val="tx1"/>
                  </a:solidFill>
                </a:endParaRPr>
              </a:p>
            </p:txBody>
          </p:sp>
        </p:grpSp>
        <p:sp>
          <p:nvSpPr>
            <p:cNvPr id="96" name="任意多边形 95"/>
            <p:cNvSpPr/>
            <p:nvPr/>
          </p:nvSpPr>
          <p:spPr>
            <a:xfrm>
              <a:off x="1580" y="3397"/>
              <a:ext cx="3690" cy="3068"/>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413" h="4387">
                  <a:moveTo>
                    <a:pt x="2207" y="1525"/>
                  </a:moveTo>
                  <a:cubicBezTo>
                    <a:pt x="1813" y="1525"/>
                    <a:pt x="1494" y="1825"/>
                    <a:pt x="1494" y="2194"/>
                  </a:cubicBezTo>
                  <a:cubicBezTo>
                    <a:pt x="1494" y="2563"/>
                    <a:pt x="1813" y="2863"/>
                    <a:pt x="2207" y="2863"/>
                  </a:cubicBezTo>
                  <a:cubicBezTo>
                    <a:pt x="2601" y="2863"/>
                    <a:pt x="2920" y="2563"/>
                    <a:pt x="2920" y="2194"/>
                  </a:cubicBezTo>
                  <a:cubicBezTo>
                    <a:pt x="2920" y="1825"/>
                    <a:pt x="2601" y="1525"/>
                    <a:pt x="2207" y="1525"/>
                  </a:cubicBezTo>
                  <a:close/>
                  <a:moveTo>
                    <a:pt x="2207" y="0"/>
                  </a:moveTo>
                  <a:cubicBezTo>
                    <a:pt x="3425" y="0"/>
                    <a:pt x="4413" y="982"/>
                    <a:pt x="4413" y="2194"/>
                  </a:cubicBezTo>
                  <a:cubicBezTo>
                    <a:pt x="4413" y="3405"/>
                    <a:pt x="3425" y="4387"/>
                    <a:pt x="2207" y="4387"/>
                  </a:cubicBezTo>
                  <a:cubicBezTo>
                    <a:pt x="988" y="4387"/>
                    <a:pt x="0" y="3405"/>
                    <a:pt x="0" y="2194"/>
                  </a:cubicBezTo>
                  <a:cubicBezTo>
                    <a:pt x="0" y="982"/>
                    <a:pt x="988" y="0"/>
                    <a:pt x="2207" y="0"/>
                  </a:cubicBezTo>
                  <a:close/>
                </a:path>
              </a:pathLst>
            </a:custGeom>
            <a:solidFill>
              <a:schemeClr val="tx1">
                <a:lumMod val="65000"/>
                <a:lumOff val="35000"/>
              </a:schemeClr>
            </a:solidFill>
            <a:ln w="19050">
              <a:solidFill>
                <a:schemeClr val="tx1"/>
              </a:solidFill>
              <a:headEnd type="none"/>
              <a:tailEnd type="none" w="lg" len="med"/>
            </a:ln>
          </p:spPr>
          <p:style>
            <a:lnRef idx="2">
              <a:schemeClr val="accent1"/>
            </a:lnRef>
            <a:fillRef idx="0">
              <a:srgbClr val="FFFFFF"/>
            </a:fillRef>
            <a:effectRef idx="0">
              <a:srgbClr val="FFFFFF"/>
            </a:effectRef>
            <a:fontRef idx="minor">
              <a:schemeClr val="tx1"/>
            </a:fontRef>
          </p:style>
          <p:txBody>
            <a:bodyPr wrap="square" anchor="ctr" anchorCtr="0">
              <a:noAutofit/>
            </a:bodyPr>
            <a:p>
              <a:pPr algn="ctr"/>
              <a:r>
                <a:rPr lang="zh-CN" altLang="en-US" sz="1000"/>
                <a:t>负极</a:t>
              </a:r>
              <a:endParaRPr lang="zh-CN" altLang="en-US" sz="1000"/>
            </a:p>
          </p:txBody>
        </p:sp>
        <p:cxnSp>
          <p:nvCxnSpPr>
            <p:cNvPr id="97" name="直接连接符 96"/>
            <p:cNvCxnSpPr/>
            <p:nvPr/>
          </p:nvCxnSpPr>
          <p:spPr>
            <a:xfrm flipH="1" flipV="1">
              <a:off x="5619" y="1749"/>
              <a:ext cx="19" cy="3393"/>
            </a:xfrm>
            <a:prstGeom prst="line">
              <a:avLst/>
            </a:prstGeom>
            <a:ln w="28575">
              <a:solidFill>
                <a:schemeClr val="tx1">
                  <a:lumMod val="85000"/>
                  <a:lumOff val="15000"/>
                </a:schemeClr>
              </a:solidFill>
              <a:headEnd type="none"/>
              <a:tailEnd type="none" w="lg" len="med"/>
            </a:ln>
          </p:spPr>
          <p:style>
            <a:lnRef idx="2">
              <a:schemeClr val="accent1"/>
            </a:lnRef>
            <a:fillRef idx="0">
              <a:srgbClr val="FFFFFF"/>
            </a:fillRef>
            <a:effectRef idx="0">
              <a:srgbClr val="FFFFFF"/>
            </a:effectRef>
            <a:fontRef idx="minor">
              <a:schemeClr val="tx1"/>
            </a:fontRef>
          </p:style>
        </p:cxnSp>
        <p:cxnSp>
          <p:nvCxnSpPr>
            <p:cNvPr id="105" name="直接连接符 104"/>
            <p:cNvCxnSpPr/>
            <p:nvPr/>
          </p:nvCxnSpPr>
          <p:spPr>
            <a:xfrm flipV="1">
              <a:off x="5612" y="1712"/>
              <a:ext cx="2347" cy="26"/>
            </a:xfrm>
            <a:prstGeom prst="line">
              <a:avLst/>
            </a:prstGeom>
            <a:ln w="28575">
              <a:solidFill>
                <a:schemeClr val="tx1">
                  <a:lumMod val="85000"/>
                  <a:lumOff val="15000"/>
                </a:schemeClr>
              </a:solidFill>
              <a:headEnd type="none"/>
              <a:tailEnd type="none" w="lg" len="med"/>
            </a:ln>
          </p:spPr>
          <p:style>
            <a:lnRef idx="2">
              <a:schemeClr val="accent1"/>
            </a:lnRef>
            <a:fillRef idx="0">
              <a:srgbClr val="FFFFFF"/>
            </a:fillRef>
            <a:effectRef idx="0">
              <a:srgbClr val="FFFFFF"/>
            </a:effectRef>
            <a:fontRef idx="minor">
              <a:schemeClr val="tx1"/>
            </a:fontRef>
          </p:style>
        </p:cxnSp>
        <p:cxnSp>
          <p:nvCxnSpPr>
            <p:cNvPr id="106" name="直接连接符 105"/>
            <p:cNvCxnSpPr/>
            <p:nvPr/>
          </p:nvCxnSpPr>
          <p:spPr>
            <a:xfrm>
              <a:off x="10883" y="1737"/>
              <a:ext cx="1656" cy="1052"/>
            </a:xfrm>
            <a:prstGeom prst="line">
              <a:avLst/>
            </a:prstGeom>
            <a:ln w="28575">
              <a:solidFill>
                <a:schemeClr val="tx1">
                  <a:lumMod val="85000"/>
                  <a:lumOff val="15000"/>
                </a:schemeClr>
              </a:solidFill>
              <a:headEnd type="none"/>
              <a:tailEnd type="none" w="lg" len="med"/>
            </a:ln>
          </p:spPr>
          <p:style>
            <a:lnRef idx="2">
              <a:schemeClr val="accent1"/>
            </a:lnRef>
            <a:fillRef idx="0">
              <a:srgbClr val="FFFFFF"/>
            </a:fillRef>
            <a:effectRef idx="0">
              <a:srgbClr val="FFFFFF"/>
            </a:effectRef>
            <a:fontRef idx="minor">
              <a:schemeClr val="tx1"/>
            </a:fontRef>
          </p:style>
        </p:cxnSp>
        <p:cxnSp>
          <p:nvCxnSpPr>
            <p:cNvPr id="117" name="直接箭头连接符 116"/>
            <p:cNvCxnSpPr>
              <a:stCxn id="118" idx="4"/>
              <a:endCxn id="137" idx="0"/>
            </p:cNvCxnSpPr>
            <p:nvPr/>
          </p:nvCxnSpPr>
          <p:spPr>
            <a:xfrm flipH="1">
              <a:off x="12488" y="1771"/>
              <a:ext cx="175" cy="468"/>
            </a:xfrm>
            <a:prstGeom prst="straightConnector1">
              <a:avLst/>
            </a:prstGeom>
            <a:ln w="19050">
              <a:solidFill>
                <a:srgbClr val="00B0F0"/>
              </a:solidFill>
              <a:headEnd type="none"/>
              <a:tailEnd type="triangle" w="med" len="med"/>
            </a:ln>
          </p:spPr>
          <p:style>
            <a:lnRef idx="2">
              <a:schemeClr val="accent1"/>
            </a:lnRef>
            <a:fillRef idx="0">
              <a:srgbClr val="FFFFFF"/>
            </a:fillRef>
            <a:effectRef idx="0">
              <a:srgbClr val="FFFFFF"/>
            </a:effectRef>
            <a:fontRef idx="minor">
              <a:schemeClr val="tx1"/>
            </a:fontRef>
          </p:style>
        </p:cxnSp>
        <p:sp>
          <p:nvSpPr>
            <p:cNvPr id="118" name="椭圆 117"/>
            <p:cNvSpPr/>
            <p:nvPr/>
          </p:nvSpPr>
          <p:spPr>
            <a:xfrm>
              <a:off x="11981" y="1171"/>
              <a:ext cx="1363" cy="600"/>
            </a:xfrm>
            <a:prstGeom prst="ellipse">
              <a:avLst/>
            </a:prstGeom>
            <a:ln w="19050">
              <a:solidFill>
                <a:srgbClr val="00B0F0"/>
              </a:solidFill>
              <a:headEnd type="none"/>
              <a:tailEnd type="none" w="lg" len="med"/>
            </a:ln>
          </p:spPr>
          <p:style>
            <a:lnRef idx="2">
              <a:schemeClr val="accent1"/>
            </a:lnRef>
            <a:fillRef idx="0">
              <a:srgbClr val="FFFFFF"/>
            </a:fillRef>
            <a:effectRef idx="0">
              <a:srgbClr val="FFFFFF"/>
            </a:effectRef>
            <a:fontRef idx="minor">
              <a:schemeClr val="tx1"/>
            </a:fontRef>
          </p:style>
          <p:txBody>
            <a:bodyPr vertOverflow="overflow" horzOverflow="overflow" vert="horz" wrap="square" lIns="0" tIns="0" rIns="0" bIns="0" numCol="1" spcCol="0" rtlCol="0" fromWordArt="0" anchor="ctr" anchorCtr="0" forceAA="0" compatLnSpc="1">
              <a:noAutofit/>
            </a:bodyPr>
            <a:p>
              <a:pPr lvl="0" algn="ctr">
                <a:buClrTx/>
                <a:buSzTx/>
                <a:buFontTx/>
              </a:pPr>
              <a:r>
                <a:rPr lang="zh-CN" altLang="en-US" sz="800">
                  <a:latin typeface="微软雅黑" panose="020B0503020204020204" pitchFamily="34" charset="-122"/>
                  <a:ea typeface="微软雅黑" panose="020B0503020204020204" pitchFamily="34" charset="-122"/>
                  <a:sym typeface="+mn-ea"/>
                </a:rPr>
                <a:t>入料纠偏</a:t>
              </a:r>
              <a:endParaRPr lang="zh-CN" altLang="en-US" sz="800">
                <a:latin typeface="微软雅黑" panose="020B0503020204020204" pitchFamily="34" charset="-122"/>
                <a:ea typeface="微软雅黑" panose="020B0503020204020204" pitchFamily="34" charset="-122"/>
                <a:sym typeface="+mn-ea"/>
              </a:endParaRPr>
            </a:p>
          </p:txBody>
        </p:sp>
        <p:cxnSp>
          <p:nvCxnSpPr>
            <p:cNvPr id="120" name="直接连接符 119"/>
            <p:cNvCxnSpPr/>
            <p:nvPr/>
          </p:nvCxnSpPr>
          <p:spPr>
            <a:xfrm>
              <a:off x="7959" y="1732"/>
              <a:ext cx="13" cy="1429"/>
            </a:xfrm>
            <a:prstGeom prst="line">
              <a:avLst/>
            </a:prstGeom>
            <a:ln w="28575">
              <a:solidFill>
                <a:schemeClr val="tx1">
                  <a:lumMod val="85000"/>
                  <a:lumOff val="15000"/>
                </a:schemeClr>
              </a:solidFill>
              <a:headEnd type="none"/>
              <a:tailEnd type="none" w="lg" len="med"/>
            </a:ln>
          </p:spPr>
          <p:style>
            <a:lnRef idx="2">
              <a:schemeClr val="accent1"/>
            </a:lnRef>
            <a:fillRef idx="0">
              <a:srgbClr val="FFFFFF"/>
            </a:fillRef>
            <a:effectRef idx="0">
              <a:srgbClr val="FFFFFF"/>
            </a:effectRef>
            <a:fontRef idx="minor">
              <a:schemeClr val="tx1"/>
            </a:fontRef>
          </p:style>
        </p:cxnSp>
        <p:cxnSp>
          <p:nvCxnSpPr>
            <p:cNvPr id="122" name="直接连接符 121"/>
            <p:cNvCxnSpPr/>
            <p:nvPr/>
          </p:nvCxnSpPr>
          <p:spPr>
            <a:xfrm flipH="1">
              <a:off x="8937" y="1770"/>
              <a:ext cx="10" cy="1337"/>
            </a:xfrm>
            <a:prstGeom prst="line">
              <a:avLst/>
            </a:prstGeom>
            <a:ln w="28575">
              <a:solidFill>
                <a:schemeClr val="tx1">
                  <a:lumMod val="85000"/>
                  <a:lumOff val="15000"/>
                </a:schemeClr>
              </a:solidFill>
              <a:headEnd type="none"/>
              <a:tailEnd type="none" w="lg" len="med"/>
            </a:ln>
          </p:spPr>
          <p:style>
            <a:lnRef idx="2">
              <a:schemeClr val="accent1"/>
            </a:lnRef>
            <a:fillRef idx="0">
              <a:srgbClr val="FFFFFF"/>
            </a:fillRef>
            <a:effectRef idx="0">
              <a:srgbClr val="FFFFFF"/>
            </a:effectRef>
            <a:fontRef idx="minor">
              <a:schemeClr val="tx1"/>
            </a:fontRef>
          </p:style>
        </p:cxnSp>
        <p:cxnSp>
          <p:nvCxnSpPr>
            <p:cNvPr id="123" name="直接连接符 122"/>
            <p:cNvCxnSpPr/>
            <p:nvPr/>
          </p:nvCxnSpPr>
          <p:spPr>
            <a:xfrm flipV="1">
              <a:off x="7959" y="3121"/>
              <a:ext cx="987" cy="18"/>
            </a:xfrm>
            <a:prstGeom prst="line">
              <a:avLst/>
            </a:prstGeom>
            <a:ln w="28575">
              <a:solidFill>
                <a:schemeClr val="tx1">
                  <a:lumMod val="85000"/>
                  <a:lumOff val="15000"/>
                </a:schemeClr>
              </a:solidFill>
              <a:headEnd type="none"/>
              <a:tailEnd type="none" w="lg" len="med"/>
            </a:ln>
          </p:spPr>
          <p:style>
            <a:lnRef idx="2">
              <a:schemeClr val="accent1"/>
            </a:lnRef>
            <a:fillRef idx="0">
              <a:srgbClr val="FFFFFF"/>
            </a:fillRef>
            <a:effectRef idx="0">
              <a:srgbClr val="FFFFFF"/>
            </a:effectRef>
            <a:fontRef idx="minor">
              <a:schemeClr val="tx1"/>
            </a:fontRef>
          </p:style>
        </p:cxnSp>
        <p:cxnSp>
          <p:nvCxnSpPr>
            <p:cNvPr id="124" name="直接连接符 123"/>
            <p:cNvCxnSpPr/>
            <p:nvPr/>
          </p:nvCxnSpPr>
          <p:spPr>
            <a:xfrm flipV="1">
              <a:off x="8933" y="1749"/>
              <a:ext cx="1961" cy="2"/>
            </a:xfrm>
            <a:prstGeom prst="line">
              <a:avLst/>
            </a:prstGeom>
            <a:ln w="28575">
              <a:solidFill>
                <a:schemeClr val="tx1">
                  <a:lumMod val="85000"/>
                  <a:lumOff val="15000"/>
                </a:schemeClr>
              </a:solidFill>
              <a:headEnd type="none"/>
              <a:tailEnd type="none" w="lg" len="med"/>
            </a:ln>
          </p:spPr>
          <p:style>
            <a:lnRef idx="2">
              <a:schemeClr val="accent1"/>
            </a:lnRef>
            <a:fillRef idx="0">
              <a:srgbClr val="FFFFFF"/>
            </a:fillRef>
            <a:effectRef idx="0">
              <a:srgbClr val="FFFFFF"/>
            </a:effectRef>
            <a:fontRef idx="minor">
              <a:schemeClr val="tx1"/>
            </a:fontRef>
          </p:style>
        </p:cxnSp>
        <p:cxnSp>
          <p:nvCxnSpPr>
            <p:cNvPr id="128" name="直接连接符 127"/>
            <p:cNvCxnSpPr/>
            <p:nvPr/>
          </p:nvCxnSpPr>
          <p:spPr>
            <a:xfrm flipV="1">
              <a:off x="5270" y="5116"/>
              <a:ext cx="368" cy="1"/>
            </a:xfrm>
            <a:prstGeom prst="line">
              <a:avLst/>
            </a:prstGeom>
            <a:ln w="28575">
              <a:solidFill>
                <a:schemeClr val="tx1">
                  <a:lumMod val="85000"/>
                  <a:lumOff val="15000"/>
                </a:schemeClr>
              </a:solidFill>
              <a:headEnd type="none"/>
              <a:tailEnd type="none" w="lg" len="med"/>
            </a:ln>
          </p:spPr>
          <p:style>
            <a:lnRef idx="2">
              <a:schemeClr val="accent1"/>
            </a:lnRef>
            <a:fillRef idx="0">
              <a:srgbClr val="FFFFFF"/>
            </a:fillRef>
            <a:effectRef idx="0">
              <a:srgbClr val="FFFFFF"/>
            </a:effectRef>
            <a:fontRef idx="minor">
              <a:schemeClr val="tx1"/>
            </a:fontRef>
          </p:style>
        </p:cxnSp>
        <p:cxnSp>
          <p:nvCxnSpPr>
            <p:cNvPr id="129" name="直接箭头连接符 128"/>
            <p:cNvCxnSpPr>
              <a:stCxn id="130" idx="4"/>
              <a:endCxn id="96" idx="0"/>
            </p:cNvCxnSpPr>
            <p:nvPr/>
          </p:nvCxnSpPr>
          <p:spPr>
            <a:xfrm>
              <a:off x="3269" y="3019"/>
              <a:ext cx="156" cy="378"/>
            </a:xfrm>
            <a:prstGeom prst="straightConnector1">
              <a:avLst/>
            </a:prstGeom>
            <a:ln w="19050">
              <a:solidFill>
                <a:srgbClr val="00B0F0"/>
              </a:solidFill>
              <a:headEnd type="none"/>
              <a:tailEnd type="triangle" w="med" len="med"/>
            </a:ln>
          </p:spPr>
          <p:style>
            <a:lnRef idx="2">
              <a:schemeClr val="accent1"/>
            </a:lnRef>
            <a:fillRef idx="0">
              <a:srgbClr val="FFFFFF"/>
            </a:fillRef>
            <a:effectRef idx="0">
              <a:srgbClr val="FFFFFF"/>
            </a:effectRef>
            <a:fontRef idx="minor">
              <a:schemeClr val="tx1"/>
            </a:fontRef>
          </p:style>
        </p:cxnSp>
        <p:sp>
          <p:nvSpPr>
            <p:cNvPr id="130" name="椭圆 129"/>
            <p:cNvSpPr/>
            <p:nvPr/>
          </p:nvSpPr>
          <p:spPr>
            <a:xfrm>
              <a:off x="2587" y="2419"/>
              <a:ext cx="1363" cy="600"/>
            </a:xfrm>
            <a:prstGeom prst="ellipse">
              <a:avLst/>
            </a:prstGeom>
            <a:ln w="19050">
              <a:solidFill>
                <a:srgbClr val="00B0F0"/>
              </a:solidFill>
              <a:headEnd type="none"/>
              <a:tailEnd type="none" w="lg" len="med"/>
            </a:ln>
          </p:spPr>
          <p:style>
            <a:lnRef idx="2">
              <a:schemeClr val="accent1"/>
            </a:lnRef>
            <a:fillRef idx="0">
              <a:srgbClr val="FFFFFF"/>
            </a:fillRef>
            <a:effectRef idx="0">
              <a:srgbClr val="FFFFFF"/>
            </a:effectRef>
            <a:fontRef idx="minor">
              <a:schemeClr val="tx1"/>
            </a:fontRef>
          </p:style>
          <p:txBody>
            <a:bodyPr vertOverflow="overflow" horzOverflow="overflow" vert="horz" wrap="square" lIns="0" tIns="0" rIns="0" bIns="0" numCol="1" spcCol="0" rtlCol="0" fromWordArt="0" anchor="ctr" anchorCtr="0" forceAA="0" compatLnSpc="1">
              <a:noAutofit/>
            </a:bodyPr>
            <a:p>
              <a:pPr lvl="0" algn="ctr">
                <a:buClrTx/>
                <a:buSzTx/>
                <a:buFontTx/>
              </a:pPr>
              <a:r>
                <a:rPr lang="zh-CN" altLang="en-US" sz="800">
                  <a:latin typeface="微软雅黑" panose="020B0503020204020204" pitchFamily="34" charset="-122"/>
                  <a:ea typeface="微软雅黑" panose="020B0503020204020204" pitchFamily="34" charset="-122"/>
                  <a:sym typeface="+mn-ea"/>
                </a:rPr>
                <a:t>放卷纠偏</a:t>
              </a:r>
              <a:endParaRPr lang="zh-CN" altLang="en-US" sz="800">
                <a:latin typeface="微软雅黑" panose="020B0503020204020204" pitchFamily="34" charset="-122"/>
                <a:ea typeface="微软雅黑" panose="020B0503020204020204" pitchFamily="34" charset="-122"/>
                <a:sym typeface="+mn-ea"/>
              </a:endParaRPr>
            </a:p>
          </p:txBody>
        </p:sp>
        <p:sp>
          <p:nvSpPr>
            <p:cNvPr id="131" name="闪电形 130"/>
            <p:cNvSpPr/>
            <p:nvPr/>
          </p:nvSpPr>
          <p:spPr>
            <a:xfrm>
              <a:off x="7087" y="1421"/>
              <a:ext cx="504" cy="557"/>
            </a:xfrm>
            <a:prstGeom prst="lightningBolt">
              <a:avLst/>
            </a:prstGeom>
            <a:solidFill>
              <a:srgbClr val="00B0F0"/>
            </a:solidFill>
            <a:ln w="19050">
              <a:solidFill>
                <a:srgbClr val="FFFF00"/>
              </a:solidFill>
              <a:headEnd type="none"/>
              <a:tailEnd type="none" w="lg" len="med"/>
            </a:ln>
          </p:spPr>
          <p:style>
            <a:lnRef idx="2">
              <a:schemeClr val="accent1"/>
            </a:lnRef>
            <a:fillRef idx="0">
              <a:srgbClr val="FFFFFF"/>
            </a:fillRef>
            <a:effectRef idx="0">
              <a:srgbClr val="FFFFFF"/>
            </a:effectRef>
            <a:fontRef idx="minor">
              <a:schemeClr val="tx1"/>
            </a:fontRef>
          </p:style>
          <p:txBody>
            <a:bodyPr/>
            <a:p>
              <a:endParaRPr lang="zh-CN" altLang="en-US" sz="1000"/>
            </a:p>
          </p:txBody>
        </p:sp>
        <p:sp>
          <p:nvSpPr>
            <p:cNvPr id="132" name="圆角矩形 131"/>
            <p:cNvSpPr/>
            <p:nvPr/>
          </p:nvSpPr>
          <p:spPr>
            <a:xfrm>
              <a:off x="6959" y="1171"/>
              <a:ext cx="632" cy="278"/>
            </a:xfrm>
            <a:prstGeom prst="roundRect">
              <a:avLst/>
            </a:prstGeom>
            <a:ln>
              <a:headEnd type="none" w="med" len="med"/>
              <a:tailEnd type="none" w="lg" len="med"/>
            </a:ln>
          </p:spPr>
          <p:style>
            <a:lnRef idx="2">
              <a:schemeClr val="accent1"/>
            </a:lnRef>
            <a:fillRef idx="0">
              <a:srgbClr val="FFFFFF"/>
            </a:fillRef>
            <a:effectRef idx="0">
              <a:srgbClr val="FFFFFF"/>
            </a:effectRef>
            <a:fontRef idx="minor">
              <a:schemeClr val="tx1"/>
            </a:fontRef>
          </p:style>
          <p:txBody>
            <a:bodyPr lIns="0" tIns="0" rIns="0" bIns="0" anchor="ctr" anchorCtr="0"/>
            <a:p>
              <a:pPr algn="ctr"/>
              <a:r>
                <a:rPr lang="zh-CN" altLang="en-US" sz="700" b="1"/>
                <a:t>激光</a:t>
              </a:r>
              <a:endParaRPr lang="zh-CN" altLang="en-US" sz="700" b="1"/>
            </a:p>
          </p:txBody>
        </p:sp>
        <p:sp>
          <p:nvSpPr>
            <p:cNvPr id="133" name="三十二角星 132"/>
            <p:cNvSpPr/>
            <p:nvPr/>
          </p:nvSpPr>
          <p:spPr>
            <a:xfrm>
              <a:off x="5249" y="2303"/>
              <a:ext cx="369" cy="402"/>
            </a:xfrm>
            <a:prstGeom prst="star32">
              <a:avLst/>
            </a:prstGeom>
            <a:ln>
              <a:noFill/>
            </a:ln>
          </p:spPr>
          <p:style>
            <a:lnRef idx="2">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135" name="椭圆 134"/>
            <p:cNvSpPr/>
            <p:nvPr/>
          </p:nvSpPr>
          <p:spPr>
            <a:xfrm>
              <a:off x="5663" y="2215"/>
              <a:ext cx="606" cy="567"/>
            </a:xfrm>
            <a:prstGeom prst="ellipse">
              <a:avLst/>
            </a:prstGeom>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sp>
          <p:nvSpPr>
            <p:cNvPr id="137" name="椭圆 136"/>
            <p:cNvSpPr/>
            <p:nvPr/>
          </p:nvSpPr>
          <p:spPr>
            <a:xfrm>
              <a:off x="12297" y="2239"/>
              <a:ext cx="381" cy="444"/>
            </a:xfrm>
            <a:prstGeom prst="ellipse">
              <a:avLst/>
            </a:prstGeom>
            <a:solidFill>
              <a:schemeClr val="accent2">
                <a:lumMod val="60000"/>
                <a:lumOff val="40000"/>
              </a:schemeClr>
            </a:solidFill>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sp>
          <p:nvSpPr>
            <p:cNvPr id="139" name="椭圆 138"/>
            <p:cNvSpPr/>
            <p:nvPr/>
          </p:nvSpPr>
          <p:spPr>
            <a:xfrm>
              <a:off x="12059" y="2687"/>
              <a:ext cx="381" cy="444"/>
            </a:xfrm>
            <a:prstGeom prst="ellipse">
              <a:avLst/>
            </a:prstGeom>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sp>
          <p:nvSpPr>
            <p:cNvPr id="140" name="椭圆 139"/>
            <p:cNvSpPr/>
            <p:nvPr/>
          </p:nvSpPr>
          <p:spPr>
            <a:xfrm>
              <a:off x="10053" y="1712"/>
              <a:ext cx="381" cy="444"/>
            </a:xfrm>
            <a:prstGeom prst="ellipse">
              <a:avLst/>
            </a:prstGeom>
            <a:solidFill>
              <a:schemeClr val="tx2">
                <a:lumMod val="75000"/>
              </a:schemeClr>
            </a:solidFill>
          </p:spPr>
          <p:style>
            <a:lnRef idx="0">
              <a:srgbClr val="FFFFFF"/>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42" name="椭圆 141"/>
            <p:cNvSpPr/>
            <p:nvPr/>
          </p:nvSpPr>
          <p:spPr>
            <a:xfrm>
              <a:off x="10422" y="1702"/>
              <a:ext cx="381" cy="444"/>
            </a:xfrm>
            <a:prstGeom prst="ellipse">
              <a:avLst/>
            </a:prstGeom>
            <a:solidFill>
              <a:schemeClr val="tx2">
                <a:lumMod val="75000"/>
              </a:schemeClr>
            </a:solidFill>
          </p:spPr>
          <p:style>
            <a:lnRef idx="0">
              <a:srgbClr val="FFFFFF"/>
            </a:lnRef>
            <a:fillRef idx="1">
              <a:schemeClr val="accent1"/>
            </a:fillRef>
            <a:effectRef idx="0">
              <a:srgbClr val="FFFFFF"/>
            </a:effectRef>
            <a:fontRef idx="minor">
              <a:schemeClr val="lt1"/>
            </a:fontRef>
          </p:style>
          <p:txBody>
            <a:bodyPr rtlCol="0" anchor="ctr"/>
            <a:p>
              <a:pPr algn="ctr"/>
              <a:endParaRPr lang="zh-CN" altLang="en-US"/>
            </a:p>
          </p:txBody>
        </p:sp>
        <p:sp>
          <p:nvSpPr>
            <p:cNvPr id="143" name="椭圆 142"/>
            <p:cNvSpPr/>
            <p:nvPr/>
          </p:nvSpPr>
          <p:spPr>
            <a:xfrm>
              <a:off x="6324" y="1732"/>
              <a:ext cx="381" cy="444"/>
            </a:xfrm>
            <a:prstGeom prst="ellipse">
              <a:avLst/>
            </a:prstGeom>
            <a:solidFill>
              <a:schemeClr val="tx2">
                <a:lumMod val="75000"/>
              </a:schemeClr>
            </a:solidFill>
          </p:spPr>
          <p:style>
            <a:lnRef idx="0">
              <a:srgbClr val="FFFFFF"/>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44" name="椭圆 143"/>
            <p:cNvSpPr/>
            <p:nvPr/>
          </p:nvSpPr>
          <p:spPr>
            <a:xfrm>
              <a:off x="5946" y="1754"/>
              <a:ext cx="381" cy="444"/>
            </a:xfrm>
            <a:prstGeom prst="ellipse">
              <a:avLst/>
            </a:prstGeom>
            <a:solidFill>
              <a:schemeClr val="tx2">
                <a:lumMod val="75000"/>
              </a:schemeClr>
            </a:solidFill>
          </p:spPr>
          <p:style>
            <a:lnRef idx="0">
              <a:srgbClr val="FFFFFF"/>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46" name="圆角矩形 145"/>
            <p:cNvSpPr/>
            <p:nvPr/>
          </p:nvSpPr>
          <p:spPr>
            <a:xfrm>
              <a:off x="4638" y="2303"/>
              <a:ext cx="632" cy="278"/>
            </a:xfrm>
            <a:prstGeom prst="roundRect">
              <a:avLst/>
            </a:prstGeom>
            <a:ln>
              <a:headEnd type="none" w="med" len="med"/>
              <a:tailEnd type="none" w="lg" len="med"/>
            </a:ln>
          </p:spPr>
          <p:style>
            <a:lnRef idx="2">
              <a:schemeClr val="accent1"/>
            </a:lnRef>
            <a:fillRef idx="0">
              <a:srgbClr val="FFFFFF"/>
            </a:fillRef>
            <a:effectRef idx="0">
              <a:srgbClr val="FFFFFF"/>
            </a:effectRef>
            <a:fontRef idx="minor">
              <a:schemeClr val="tx1"/>
            </a:fontRef>
          </p:style>
          <p:txBody>
            <a:bodyPr lIns="0" tIns="0" rIns="0" bIns="0" anchor="ctr" anchorCtr="0"/>
            <a:p>
              <a:pPr algn="ctr"/>
              <a:r>
                <a:rPr lang="zh-CN" altLang="en-US" sz="700" b="1"/>
                <a:t>加强筋</a:t>
              </a:r>
              <a:endParaRPr lang="zh-CN" altLang="en-US" sz="700" b="1"/>
            </a:p>
          </p:txBody>
        </p:sp>
        <p:sp>
          <p:nvSpPr>
            <p:cNvPr id="147" name="圆角矩形 146"/>
            <p:cNvSpPr/>
            <p:nvPr/>
          </p:nvSpPr>
          <p:spPr>
            <a:xfrm>
              <a:off x="5947" y="1242"/>
              <a:ext cx="632" cy="368"/>
            </a:xfrm>
            <a:prstGeom prst="roundRect">
              <a:avLst/>
            </a:prstGeom>
            <a:ln>
              <a:headEnd type="none" w="med" len="med"/>
              <a:tailEnd type="none" w="lg" len="med"/>
            </a:ln>
          </p:spPr>
          <p:style>
            <a:lnRef idx="2">
              <a:schemeClr val="accent1"/>
            </a:lnRef>
            <a:fillRef idx="0">
              <a:srgbClr val="FFFFFF"/>
            </a:fillRef>
            <a:effectRef idx="0">
              <a:srgbClr val="FFFFFF"/>
            </a:effectRef>
            <a:fontRef idx="minor">
              <a:schemeClr val="tx1"/>
            </a:fontRef>
          </p:style>
          <p:txBody>
            <a:bodyPr lIns="0" tIns="0" rIns="0" bIns="0" anchor="ctr" anchorCtr="0"/>
            <a:p>
              <a:pPr algn="ctr"/>
              <a:r>
                <a:rPr lang="zh-CN" altLang="en-US" sz="700" b="1"/>
                <a:t>过程纠偏</a:t>
              </a:r>
              <a:r>
                <a:rPr lang="en-US" altLang="zh-CN" sz="700" b="1"/>
                <a:t>1</a:t>
              </a:r>
              <a:endParaRPr lang="en-US" altLang="zh-CN" sz="700" b="1"/>
            </a:p>
          </p:txBody>
        </p:sp>
        <p:sp>
          <p:nvSpPr>
            <p:cNvPr id="148" name="圆角矩形 147"/>
            <p:cNvSpPr/>
            <p:nvPr/>
          </p:nvSpPr>
          <p:spPr>
            <a:xfrm>
              <a:off x="10053" y="1242"/>
              <a:ext cx="632" cy="367"/>
            </a:xfrm>
            <a:prstGeom prst="roundRect">
              <a:avLst/>
            </a:prstGeom>
            <a:ln>
              <a:headEnd type="none" w="med" len="med"/>
              <a:tailEnd type="none" w="lg" len="med"/>
            </a:ln>
          </p:spPr>
          <p:style>
            <a:lnRef idx="2">
              <a:schemeClr val="accent1"/>
            </a:lnRef>
            <a:fillRef idx="0">
              <a:srgbClr val="FFFFFF"/>
            </a:fillRef>
            <a:effectRef idx="0">
              <a:srgbClr val="FFFFFF"/>
            </a:effectRef>
            <a:fontRef idx="minor">
              <a:schemeClr val="tx1"/>
            </a:fontRef>
          </p:style>
          <p:txBody>
            <a:bodyPr lIns="0" tIns="0" rIns="0" bIns="0" anchor="ctr" anchorCtr="0"/>
            <a:p>
              <a:pPr algn="ctr"/>
              <a:r>
                <a:rPr lang="zh-CN" altLang="en-US" sz="700" b="1"/>
                <a:t>过程纠偏</a:t>
              </a:r>
              <a:r>
                <a:rPr lang="en-US" altLang="zh-CN" sz="700" b="1"/>
                <a:t>2</a:t>
              </a:r>
              <a:endParaRPr lang="en-US" altLang="zh-CN" sz="700" b="1"/>
            </a:p>
          </p:txBody>
        </p:sp>
        <p:sp>
          <p:nvSpPr>
            <p:cNvPr id="150" name="圆角矩形 149"/>
            <p:cNvSpPr/>
            <p:nvPr/>
          </p:nvSpPr>
          <p:spPr>
            <a:xfrm>
              <a:off x="5983" y="3208"/>
              <a:ext cx="632" cy="278"/>
            </a:xfrm>
            <a:prstGeom prst="roundRect">
              <a:avLst/>
            </a:prstGeom>
            <a:ln>
              <a:headEnd type="none" w="med" len="med"/>
              <a:tailEnd type="none" w="lg" len="med"/>
            </a:ln>
          </p:spPr>
          <p:style>
            <a:lnRef idx="2">
              <a:schemeClr val="accent1"/>
            </a:lnRef>
            <a:fillRef idx="0">
              <a:srgbClr val="FFFFFF"/>
            </a:fillRef>
            <a:effectRef idx="0">
              <a:srgbClr val="FFFFFF"/>
            </a:effectRef>
            <a:fontRef idx="minor">
              <a:schemeClr val="tx1"/>
            </a:fontRef>
          </p:style>
          <p:txBody>
            <a:bodyPr lIns="0" tIns="0" rIns="0" bIns="0" anchor="ctr" anchorCtr="0"/>
            <a:p>
              <a:pPr algn="ctr"/>
              <a:r>
                <a:rPr lang="zh-CN" altLang="en-US" sz="700" b="1"/>
                <a:t>料线检测</a:t>
              </a:r>
              <a:endParaRPr lang="zh-CN" altLang="en-US" sz="700" b="1"/>
            </a:p>
          </p:txBody>
        </p:sp>
      </p:grpSp>
      <p:sp>
        <p:nvSpPr>
          <p:cNvPr id="153" name="文本框 152"/>
          <p:cNvSpPr txBox="1"/>
          <p:nvPr/>
        </p:nvSpPr>
        <p:spPr>
          <a:xfrm>
            <a:off x="132080" y="657860"/>
            <a:ext cx="11269345" cy="368300"/>
          </a:xfrm>
          <a:prstGeom prst="rect">
            <a:avLst/>
          </a:prstGeom>
          <a:noFill/>
        </p:spPr>
        <p:txBody>
          <a:bodyPr wrap="square" rtlCol="0">
            <a:spAutoFit/>
          </a:bodyPr>
          <a:p>
            <a:pPr marL="285750" indent="-285750">
              <a:buFont typeface="Wingdings" panose="05000000000000000000" charset="0"/>
              <a:buChar char="l"/>
            </a:pPr>
            <a:r>
              <a:rPr lang="zh-CN" altLang="en-US">
                <a:latin typeface="微软雅黑" panose="020B0503020204020204" pitchFamily="34" charset="-122"/>
                <a:ea typeface="微软雅黑" panose="020B0503020204020204" pitchFamily="34" charset="-122"/>
                <a:cs typeface="微软雅黑" panose="020B0503020204020204" pitchFamily="34" charset="-122"/>
              </a:rPr>
              <a:t>卷绕机通过料线检测值对每个纠偏机构目标值做调整，达到料线调整从粗调</a:t>
            </a:r>
            <a:r>
              <a:rPr lang="en-US" altLang="zh-CN">
                <a:latin typeface="微软雅黑" panose="020B0503020204020204" pitchFamily="34" charset="-122"/>
                <a:ea typeface="微软雅黑" panose="020B0503020204020204" pitchFamily="34" charset="-122"/>
                <a:cs typeface="微软雅黑" panose="020B0503020204020204" pitchFamily="34" charset="-122"/>
              </a:rPr>
              <a:t>-</a:t>
            </a:r>
            <a:r>
              <a:rPr lang="zh-CN" altLang="en-US">
                <a:latin typeface="微软雅黑" panose="020B0503020204020204" pitchFamily="34" charset="-122"/>
                <a:ea typeface="微软雅黑" panose="020B0503020204020204" pitchFamily="34" charset="-122"/>
                <a:cs typeface="微软雅黑" panose="020B0503020204020204" pitchFamily="34" charset="-122"/>
              </a:rPr>
              <a:t>精调</a:t>
            </a:r>
            <a:r>
              <a:rPr lang="en-US" altLang="zh-CN">
                <a:latin typeface="微软雅黑" panose="020B0503020204020204" pitchFamily="34" charset="-122"/>
                <a:ea typeface="微软雅黑" panose="020B0503020204020204" pitchFamily="34" charset="-122"/>
                <a:cs typeface="微软雅黑" panose="020B0503020204020204" pitchFamily="34" charset="-122"/>
              </a:rPr>
              <a:t>-</a:t>
            </a:r>
            <a:r>
              <a:rPr lang="zh-CN" altLang="en-US">
                <a:latin typeface="微软雅黑" panose="020B0503020204020204" pitchFamily="34" charset="-122"/>
                <a:ea typeface="微软雅黑" panose="020B0503020204020204" pitchFamily="34" charset="-122"/>
                <a:cs typeface="微软雅黑" panose="020B0503020204020204" pitchFamily="34" charset="-122"/>
              </a:rPr>
              <a:t>微调的理想调整状态。</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55" name="表格 154"/>
          <p:cNvGraphicFramePr/>
          <p:nvPr>
            <p:custDataLst>
              <p:tags r:id="rId1"/>
            </p:custDataLst>
          </p:nvPr>
        </p:nvGraphicFramePr>
        <p:xfrm>
          <a:off x="432435" y="4601210"/>
          <a:ext cx="11293475" cy="1664335"/>
        </p:xfrm>
        <a:graphic>
          <a:graphicData uri="http://schemas.openxmlformats.org/drawingml/2006/table">
            <a:tbl>
              <a:tblPr firstRow="1" bandRow="1">
                <a:tableStyleId>{5C22544A-7EE6-4342-B048-85BDC9FD1C3A}</a:tableStyleId>
              </a:tblPr>
              <a:tblGrid>
                <a:gridCol w="1115060"/>
                <a:gridCol w="1873885"/>
                <a:gridCol w="2073275"/>
                <a:gridCol w="1626235"/>
                <a:gridCol w="4605020"/>
              </a:tblGrid>
              <a:tr h="297180">
                <a:tc>
                  <a:txBody>
                    <a:bodyPr/>
                    <a:p>
                      <a:pPr algn="ctr" latinLnBrk="1"/>
                      <a:r>
                        <a:rPr lang="zh-CN" altLang="en-US" sz="1200" b="1" i="0">
                          <a:solidFill>
                            <a:srgbClr val="1F2329"/>
                          </a:solidFill>
                          <a:latin typeface="微软雅黑" panose="020B0503020204020204" pitchFamily="34" charset="-122"/>
                          <a:ea typeface="微软雅黑" panose="020B0503020204020204" pitchFamily="34" charset="-122"/>
                        </a:rPr>
                        <a:t>控制层级</a:t>
                      </a:r>
                      <a:endParaRPr lang="zh-CN" altLang="en-US" sz="1200" b="1" i="0">
                        <a:solidFill>
                          <a:srgbClr val="1F2329"/>
                        </a:solidFill>
                        <a:latin typeface="微软雅黑" panose="020B0503020204020204" pitchFamily="34" charset="-122"/>
                        <a:ea typeface="微软雅黑" panose="020B0503020204020204" pitchFamily="34" charset="-122"/>
                      </a:endParaRPr>
                    </a:p>
                  </a:txBody>
                  <a:tcPr marL="76517" marR="76517" marT="57467" marB="57467" anchor="ctr" anchorCtr="0"/>
                </a:tc>
                <a:tc>
                  <a:txBody>
                    <a:bodyPr/>
                    <a:p>
                      <a:pPr algn="ctr" latinLnBrk="1">
                        <a:buNone/>
                      </a:pPr>
                      <a:r>
                        <a:rPr lang="zh-CN" altLang="en-US" sz="1200" b="1" i="0">
                          <a:solidFill>
                            <a:srgbClr val="1F2329"/>
                          </a:solidFill>
                          <a:latin typeface="微软雅黑" panose="020B0503020204020204" pitchFamily="34" charset="-122"/>
                          <a:ea typeface="微软雅黑" panose="020B0503020204020204" pitchFamily="34" charset="-122"/>
                        </a:rPr>
                        <a:t>调整机构</a:t>
                      </a:r>
                      <a:endParaRPr lang="zh-CN" altLang="en-US" sz="1200" b="1" i="0">
                        <a:solidFill>
                          <a:srgbClr val="1F2329"/>
                        </a:solidFill>
                        <a:latin typeface="微软雅黑" panose="020B0503020204020204" pitchFamily="34" charset="-122"/>
                        <a:ea typeface="微软雅黑" panose="020B0503020204020204" pitchFamily="34" charset="-122"/>
                      </a:endParaRPr>
                    </a:p>
                  </a:txBody>
                  <a:tcPr marL="76517" marR="76517" marT="57467" marB="57467" anchor="ctr" anchorCtr="0"/>
                </a:tc>
                <a:tc>
                  <a:txBody>
                    <a:bodyPr/>
                    <a:p>
                      <a:pPr algn="ctr" latinLnBrk="1"/>
                      <a:r>
                        <a:rPr lang="zh-CN" altLang="en-US" sz="1200" b="1" i="0">
                          <a:solidFill>
                            <a:srgbClr val="1F2329"/>
                          </a:solidFill>
                          <a:latin typeface="微软雅黑" panose="020B0503020204020204" pitchFamily="34" charset="-122"/>
                          <a:ea typeface="微软雅黑" panose="020B0503020204020204" pitchFamily="34" charset="-122"/>
                        </a:rPr>
                        <a:t>功能定位</a:t>
                      </a:r>
                      <a:endParaRPr lang="zh-CN" altLang="en-US" sz="1200" b="1" i="0">
                        <a:solidFill>
                          <a:srgbClr val="1F2329"/>
                        </a:solidFill>
                        <a:latin typeface="微软雅黑" panose="020B0503020204020204" pitchFamily="34" charset="-122"/>
                        <a:ea typeface="微软雅黑" panose="020B0503020204020204" pitchFamily="34" charset="-122"/>
                      </a:endParaRPr>
                    </a:p>
                  </a:txBody>
                  <a:tcPr marL="76517" marR="76517" marT="57467" marB="57467" anchor="ctr" anchorCtr="0"/>
                </a:tc>
                <a:tc>
                  <a:txBody>
                    <a:bodyPr/>
                    <a:p>
                      <a:pPr algn="ctr" latinLnBrk="1"/>
                      <a:r>
                        <a:rPr lang="zh-CN" altLang="en-US" sz="1200" b="1" i="0">
                          <a:solidFill>
                            <a:srgbClr val="1F2329"/>
                          </a:solidFill>
                          <a:latin typeface="微软雅黑" panose="020B0503020204020204" pitchFamily="34" charset="-122"/>
                          <a:ea typeface="微软雅黑" panose="020B0503020204020204" pitchFamily="34" charset="-122"/>
                        </a:rPr>
                        <a:t>典型位置</a:t>
                      </a:r>
                      <a:endParaRPr lang="zh-CN" altLang="en-US" sz="1200" b="1" i="0">
                        <a:solidFill>
                          <a:srgbClr val="1F2329"/>
                        </a:solidFill>
                        <a:latin typeface="微软雅黑" panose="020B0503020204020204" pitchFamily="34" charset="-122"/>
                        <a:ea typeface="微软雅黑" panose="020B0503020204020204" pitchFamily="34" charset="-122"/>
                      </a:endParaRPr>
                    </a:p>
                  </a:txBody>
                  <a:tcPr marL="76517" marR="76517" marT="57467" marB="57467" anchor="ctr" anchorCtr="0"/>
                </a:tc>
                <a:tc>
                  <a:txBody>
                    <a:bodyPr/>
                    <a:p>
                      <a:pPr algn="ctr" latinLnBrk="1"/>
                      <a:r>
                        <a:rPr lang="zh-CN" altLang="en-US" sz="1200" b="1" i="0">
                          <a:solidFill>
                            <a:srgbClr val="1F2329"/>
                          </a:solidFill>
                          <a:latin typeface="微软雅黑" panose="020B0503020204020204" pitchFamily="34" charset="-122"/>
                          <a:ea typeface="微软雅黑" panose="020B0503020204020204" pitchFamily="34" charset="-122"/>
                        </a:rPr>
                        <a:t>控制特性</a:t>
                      </a:r>
                      <a:endParaRPr lang="zh-CN" altLang="en-US" sz="1200" b="1" i="0">
                        <a:solidFill>
                          <a:srgbClr val="1F2329"/>
                        </a:solidFill>
                        <a:latin typeface="微软雅黑" panose="020B0503020204020204" pitchFamily="34" charset="-122"/>
                        <a:ea typeface="微软雅黑" panose="020B0503020204020204" pitchFamily="34" charset="-122"/>
                      </a:endParaRPr>
                    </a:p>
                  </a:txBody>
                  <a:tcPr marL="76517" marR="76517" marT="57467" marB="57467" anchor="ctr" anchorCtr="0"/>
                </a:tc>
              </a:tr>
              <a:tr h="445770">
                <a:tc>
                  <a:txBody>
                    <a:bodyPr/>
                    <a:p>
                      <a:pPr algn="ctr" latinLnBrk="1"/>
                      <a:r>
                        <a:rPr lang="zh-CN" altLang="en-US" sz="1200" b="0" i="0">
                          <a:solidFill>
                            <a:srgbClr val="1F2329"/>
                          </a:solidFill>
                          <a:latin typeface="微软雅黑" panose="020B0503020204020204" pitchFamily="34" charset="-122"/>
                          <a:ea typeface="微软雅黑" panose="020B0503020204020204" pitchFamily="34" charset="-122"/>
                        </a:rPr>
                        <a:t>一级（</a:t>
                      </a:r>
                      <a:r>
                        <a:rPr lang="zh-CN" altLang="en-US" sz="1200" b="0" i="0">
                          <a:solidFill>
                            <a:srgbClr val="1F2329"/>
                          </a:solidFill>
                          <a:latin typeface="微软雅黑" panose="020B0503020204020204" pitchFamily="34" charset="-122"/>
                          <a:ea typeface="微软雅黑" panose="020B0503020204020204" pitchFamily="34" charset="-122"/>
                        </a:rPr>
                        <a:t>粗调）</a:t>
                      </a:r>
                      <a:endParaRPr lang="zh-CN" altLang="en-US" sz="1200" b="0" i="0">
                        <a:solidFill>
                          <a:srgbClr val="1F2329"/>
                        </a:solidFill>
                        <a:latin typeface="微软雅黑" panose="020B0503020204020204" pitchFamily="34" charset="-122"/>
                        <a:ea typeface="微软雅黑" panose="020B0503020204020204" pitchFamily="34" charset="-122"/>
                      </a:endParaRPr>
                    </a:p>
                  </a:txBody>
                  <a:tcPr marL="76517" marR="76517" marT="57467" marB="57467" anchor="ctr" anchorCtr="0"/>
                </a:tc>
                <a:tc>
                  <a:txBody>
                    <a:bodyPr/>
                    <a:p>
                      <a:pPr algn="ctr" latinLnBrk="1">
                        <a:buNone/>
                      </a:pPr>
                      <a:r>
                        <a:rPr lang="zh-CN" altLang="en-US" sz="1200" b="0" i="0">
                          <a:solidFill>
                            <a:srgbClr val="1F2329"/>
                          </a:solidFill>
                          <a:latin typeface="微软雅黑" panose="020B0503020204020204" pitchFamily="34" charset="-122"/>
                          <a:ea typeface="微软雅黑" panose="020B0503020204020204" pitchFamily="34" charset="-122"/>
                        </a:rPr>
                        <a:t>放卷纠偏</a:t>
                      </a:r>
                      <a:endParaRPr lang="zh-CN" altLang="en-US" sz="1200" b="0" i="0">
                        <a:solidFill>
                          <a:srgbClr val="1F2329"/>
                        </a:solidFill>
                        <a:latin typeface="微软雅黑" panose="020B0503020204020204" pitchFamily="34" charset="-122"/>
                        <a:ea typeface="微软雅黑" panose="020B0503020204020204" pitchFamily="34" charset="-122"/>
                      </a:endParaRPr>
                    </a:p>
                  </a:txBody>
                  <a:tcPr marL="76517" marR="76517" marT="57467" marB="57467" anchor="ctr" anchorCtr="0"/>
                </a:tc>
                <a:tc>
                  <a:txBody>
                    <a:bodyPr/>
                    <a:p>
                      <a:pPr algn="ctr" latinLnBrk="1"/>
                      <a:r>
                        <a:rPr lang="zh-CN" altLang="en-US" sz="1200" b="0" i="0">
                          <a:solidFill>
                            <a:srgbClr val="1F2329"/>
                          </a:solidFill>
                          <a:latin typeface="微软雅黑" panose="020B0503020204020204" pitchFamily="34" charset="-122"/>
                          <a:ea typeface="微软雅黑" panose="020B0503020204020204" pitchFamily="34" charset="-122"/>
                        </a:rPr>
                        <a:t>消</a:t>
                      </a:r>
                      <a:r>
                        <a:rPr lang="zh-CN" altLang="en-US" sz="1200" b="0" i="0">
                          <a:solidFill>
                            <a:srgbClr val="1F2329"/>
                          </a:solidFill>
                          <a:latin typeface="微软雅黑" panose="020B0503020204020204" pitchFamily="34" charset="-122"/>
                          <a:ea typeface="微软雅黑" panose="020B0503020204020204" pitchFamily="34" charset="-122"/>
                        </a:rPr>
                        <a:t>除大幅初</a:t>
                      </a:r>
                      <a:r>
                        <a:rPr lang="zh-CN" altLang="en-US" sz="1200" b="0" i="0">
                          <a:solidFill>
                            <a:srgbClr val="1F2329"/>
                          </a:solidFill>
                          <a:latin typeface="微软雅黑" panose="020B0503020204020204" pitchFamily="34" charset="-122"/>
                          <a:ea typeface="微软雅黑" panose="020B0503020204020204" pitchFamily="34" charset="-122"/>
                        </a:rPr>
                        <a:t>始偏移</a:t>
                      </a:r>
                      <a:endParaRPr lang="zh-CN" altLang="en-US" sz="1200" b="0" i="0">
                        <a:solidFill>
                          <a:srgbClr val="1F2329"/>
                        </a:solidFill>
                        <a:latin typeface="微软雅黑" panose="020B0503020204020204" pitchFamily="34" charset="-122"/>
                        <a:ea typeface="微软雅黑" panose="020B0503020204020204" pitchFamily="34" charset="-122"/>
                      </a:endParaRPr>
                    </a:p>
                  </a:txBody>
                  <a:tcPr marL="76517" marR="76517" marT="57467" marB="57467" anchor="ctr" anchorCtr="0"/>
                </a:tc>
                <a:tc>
                  <a:txBody>
                    <a:bodyPr/>
                    <a:p>
                      <a:pPr algn="ctr" latinLnBrk="1"/>
                      <a:r>
                        <a:rPr lang="zh-CN" altLang="en-US" sz="1200" b="0" i="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放卷端</a:t>
                      </a:r>
                      <a:endParaRPr lang="zh-CN" altLang="en-US" sz="1200" b="0" i="0">
                        <a:solidFill>
                          <a:srgbClr val="1F232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57467" marB="57467" anchor="ctr" anchorCtr="0"/>
                </a:tc>
                <a:tc>
                  <a:txBody>
                    <a:bodyPr/>
                    <a:p>
                      <a:pPr algn="ctr" latinLnBrk="1"/>
                      <a:r>
                        <a:rPr lang="zh-CN" altLang="en-US" sz="1200" b="0" i="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大</a:t>
                      </a:r>
                      <a:r>
                        <a:rPr lang="zh-CN" altLang="en-US" sz="1200" b="0" i="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行程、低</a:t>
                      </a:r>
                      <a:r>
                        <a:rPr lang="zh-CN" altLang="en-US" sz="1200" b="0" i="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带宽、纠偏范围：±50</a:t>
                      </a:r>
                      <a:r>
                        <a:rPr lang="en-US" altLang="zh-CN" sz="1200" b="0" i="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mm</a:t>
                      </a:r>
                      <a:endParaRPr lang="en-US" altLang="zh-CN" sz="1200" b="0" i="0">
                        <a:solidFill>
                          <a:srgbClr val="1F232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57467" marB="57467" anchor="ctr" anchorCtr="0"/>
                </a:tc>
              </a:tr>
              <a:tr h="475615">
                <a:tc>
                  <a:txBody>
                    <a:bodyPr/>
                    <a:p>
                      <a:pPr algn="ctr" latinLnBrk="1"/>
                      <a:r>
                        <a:rPr lang="zh-CN" altLang="en-US" sz="1200" b="0" i="0">
                          <a:solidFill>
                            <a:srgbClr val="1F2329"/>
                          </a:solidFill>
                          <a:latin typeface="微软雅黑" panose="020B0503020204020204" pitchFamily="34" charset="-122"/>
                          <a:ea typeface="微软雅黑" panose="020B0503020204020204" pitchFamily="34" charset="-122"/>
                        </a:rPr>
                        <a:t>二级（</a:t>
                      </a:r>
                      <a:r>
                        <a:rPr lang="zh-CN" altLang="en-US" sz="1200" b="0" i="0">
                          <a:solidFill>
                            <a:srgbClr val="1F2329"/>
                          </a:solidFill>
                          <a:latin typeface="微软雅黑" panose="020B0503020204020204" pitchFamily="34" charset="-122"/>
                          <a:ea typeface="微软雅黑" panose="020B0503020204020204" pitchFamily="34" charset="-122"/>
                        </a:rPr>
                        <a:t>精调）</a:t>
                      </a:r>
                      <a:endParaRPr lang="zh-CN" altLang="en-US" sz="1200" b="0" i="0">
                        <a:solidFill>
                          <a:srgbClr val="1F2329"/>
                        </a:solidFill>
                        <a:latin typeface="微软雅黑" panose="020B0503020204020204" pitchFamily="34" charset="-122"/>
                        <a:ea typeface="微软雅黑" panose="020B0503020204020204" pitchFamily="34" charset="-122"/>
                      </a:endParaRPr>
                    </a:p>
                  </a:txBody>
                  <a:tcPr marL="76517" marR="76517" marT="57467" marB="57467" anchor="ctr" anchorCtr="0"/>
                </a:tc>
                <a:tc>
                  <a:txBody>
                    <a:bodyPr/>
                    <a:p>
                      <a:pPr algn="ctr" latinLnBrk="1">
                        <a:buNone/>
                      </a:pPr>
                      <a:r>
                        <a:rPr lang="zh-CN" altLang="en-US" sz="1200" b="0" i="0">
                          <a:solidFill>
                            <a:srgbClr val="1F2329"/>
                          </a:solidFill>
                          <a:latin typeface="微软雅黑" panose="020B0503020204020204" pitchFamily="34" charset="-122"/>
                          <a:ea typeface="微软雅黑" panose="020B0503020204020204" pitchFamily="34" charset="-122"/>
                        </a:rPr>
                        <a:t>过程纠偏</a:t>
                      </a:r>
                      <a:endParaRPr lang="zh-CN" altLang="en-US" sz="1200" b="0" i="0">
                        <a:solidFill>
                          <a:srgbClr val="1F2329"/>
                        </a:solidFill>
                        <a:latin typeface="微软雅黑" panose="020B0503020204020204" pitchFamily="34" charset="-122"/>
                        <a:ea typeface="微软雅黑" panose="020B0503020204020204" pitchFamily="34" charset="-122"/>
                      </a:endParaRPr>
                    </a:p>
                  </a:txBody>
                  <a:tcPr marL="76517" marR="76517" marT="57467" marB="57467" anchor="ctr" anchorCtr="0"/>
                </a:tc>
                <a:tc>
                  <a:txBody>
                    <a:bodyPr/>
                    <a:p>
                      <a:pPr algn="ctr" latinLnBrk="1"/>
                      <a:r>
                        <a:rPr lang="zh-CN" altLang="en-US" sz="1200" b="0" i="0">
                          <a:solidFill>
                            <a:srgbClr val="1F2329"/>
                          </a:solidFill>
                          <a:latin typeface="微软雅黑" panose="020B0503020204020204" pitchFamily="34" charset="-122"/>
                          <a:ea typeface="微软雅黑" panose="020B0503020204020204" pitchFamily="34" charset="-122"/>
                        </a:rPr>
                        <a:t>修</a:t>
                      </a:r>
                      <a:r>
                        <a:rPr lang="zh-CN" altLang="en-US" sz="1200" b="0" i="0">
                          <a:solidFill>
                            <a:srgbClr val="1F2329"/>
                          </a:solidFill>
                          <a:latin typeface="微软雅黑" panose="020B0503020204020204" pitchFamily="34" charset="-122"/>
                          <a:ea typeface="微软雅黑" panose="020B0503020204020204" pitchFamily="34" charset="-122"/>
                        </a:rPr>
                        <a:t>正过程累</a:t>
                      </a:r>
                      <a:r>
                        <a:rPr lang="zh-CN" altLang="en-US" sz="1200" b="0" i="0">
                          <a:solidFill>
                            <a:srgbClr val="1F2329"/>
                          </a:solidFill>
                          <a:latin typeface="微软雅黑" panose="020B0503020204020204" pitchFamily="34" charset="-122"/>
                          <a:ea typeface="微软雅黑" panose="020B0503020204020204" pitchFamily="34" charset="-122"/>
                        </a:rPr>
                        <a:t>积误差</a:t>
                      </a:r>
                      <a:endParaRPr lang="zh-CN" altLang="en-US" sz="1200" b="0" i="0">
                        <a:solidFill>
                          <a:srgbClr val="1F2329"/>
                        </a:solidFill>
                        <a:latin typeface="微软雅黑" panose="020B0503020204020204" pitchFamily="34" charset="-122"/>
                        <a:ea typeface="微软雅黑" panose="020B0503020204020204" pitchFamily="34" charset="-122"/>
                      </a:endParaRPr>
                    </a:p>
                  </a:txBody>
                  <a:tcPr marL="76517" marR="76517" marT="57467" marB="57467" anchor="ctr" anchorCtr="0"/>
                </a:tc>
                <a:tc>
                  <a:txBody>
                    <a:bodyPr/>
                    <a:p>
                      <a:pPr algn="ctr" latinLnBrk="1"/>
                      <a:r>
                        <a:rPr lang="zh-CN" altLang="en-US" sz="1200" b="0" i="0">
                          <a:solidFill>
                            <a:srgbClr val="1F2329"/>
                          </a:solidFill>
                          <a:latin typeface="微软雅黑" panose="020B0503020204020204" pitchFamily="34" charset="-122"/>
                          <a:ea typeface="微软雅黑" panose="020B0503020204020204" pitchFamily="34" charset="-122"/>
                        </a:rPr>
                        <a:t>中间带路</a:t>
                      </a:r>
                      <a:endParaRPr lang="zh-CN" altLang="en-US" sz="1200" b="0" i="0">
                        <a:solidFill>
                          <a:srgbClr val="1F2329"/>
                        </a:solidFill>
                        <a:latin typeface="微软雅黑" panose="020B0503020204020204" pitchFamily="34" charset="-122"/>
                        <a:ea typeface="微软雅黑" panose="020B0503020204020204" pitchFamily="34" charset="-122"/>
                      </a:endParaRPr>
                    </a:p>
                  </a:txBody>
                  <a:tcPr marL="76517" marR="76517" marT="57467" marB="57467" anchor="ctr" anchorCtr="0"/>
                </a:tc>
                <a:tc>
                  <a:txBody>
                    <a:bodyPr/>
                    <a:p>
                      <a:pPr algn="ctr" latinLnBrk="1"/>
                      <a:r>
                        <a:rPr lang="zh-CN" altLang="en-US" sz="1200" b="0" i="0">
                          <a:solidFill>
                            <a:srgbClr val="1F2329"/>
                          </a:solidFill>
                          <a:latin typeface="微软雅黑" panose="020B0503020204020204" pitchFamily="34" charset="-122"/>
                          <a:ea typeface="微软雅黑" panose="020B0503020204020204" pitchFamily="34" charset="-122"/>
                        </a:rPr>
                        <a:t>中等行程、抑</a:t>
                      </a:r>
                      <a:r>
                        <a:rPr lang="zh-CN" altLang="en-US" sz="1200" b="0" i="0">
                          <a:solidFill>
                            <a:srgbClr val="1F2329"/>
                          </a:solidFill>
                          <a:latin typeface="微软雅黑" panose="020B0503020204020204" pitchFamily="34" charset="-122"/>
                          <a:ea typeface="微软雅黑" panose="020B0503020204020204" pitchFamily="34" charset="-122"/>
                        </a:rPr>
                        <a:t>制张力和材料等带来的漂移、纠偏范围：±30</a:t>
                      </a:r>
                      <a:r>
                        <a:rPr lang="en-US" altLang="zh-CN" sz="1200" b="0" i="0">
                          <a:solidFill>
                            <a:srgbClr val="1F2329"/>
                          </a:solidFill>
                          <a:latin typeface="微软雅黑" panose="020B0503020204020204" pitchFamily="34" charset="-122"/>
                          <a:ea typeface="微软雅黑" panose="020B0503020204020204" pitchFamily="34" charset="-122"/>
                        </a:rPr>
                        <a:t>mm</a:t>
                      </a:r>
                      <a:endParaRPr lang="en-US" altLang="zh-CN" sz="1200" b="0" i="0">
                        <a:solidFill>
                          <a:srgbClr val="1F2329"/>
                        </a:solidFill>
                        <a:latin typeface="微软雅黑" panose="020B0503020204020204" pitchFamily="34" charset="-122"/>
                        <a:ea typeface="微软雅黑" panose="020B0503020204020204" pitchFamily="34" charset="-122"/>
                      </a:endParaRPr>
                    </a:p>
                  </a:txBody>
                  <a:tcPr marL="76517" marR="76517" marT="57467" marB="57467" anchor="ctr" anchorCtr="0"/>
                </a:tc>
              </a:tr>
              <a:tr h="445770">
                <a:tc>
                  <a:txBody>
                    <a:bodyPr/>
                    <a:p>
                      <a:pPr algn="ctr" latinLnBrk="1"/>
                      <a:r>
                        <a:rPr lang="zh-CN" altLang="en-US" sz="1200" b="0" i="0">
                          <a:solidFill>
                            <a:srgbClr val="1F2329"/>
                          </a:solidFill>
                          <a:latin typeface="微软雅黑" panose="020B0503020204020204" pitchFamily="34" charset="-122"/>
                          <a:ea typeface="微软雅黑" panose="020B0503020204020204" pitchFamily="34" charset="-122"/>
                        </a:rPr>
                        <a:t>三级（微调）</a:t>
                      </a:r>
                      <a:endParaRPr lang="zh-CN" altLang="en-US" sz="1200" b="0" i="0">
                        <a:solidFill>
                          <a:srgbClr val="1F2329"/>
                        </a:solidFill>
                        <a:latin typeface="微软雅黑" panose="020B0503020204020204" pitchFamily="34" charset="-122"/>
                        <a:ea typeface="微软雅黑" panose="020B0503020204020204" pitchFamily="34" charset="-122"/>
                      </a:endParaRPr>
                    </a:p>
                  </a:txBody>
                  <a:tcPr marL="76517" marR="76517" marT="57467" marB="57467" anchor="ctr" anchorCtr="0"/>
                </a:tc>
                <a:tc>
                  <a:txBody>
                    <a:bodyPr/>
                    <a:p>
                      <a:pPr algn="ctr" latinLnBrk="1">
                        <a:buNone/>
                      </a:pPr>
                      <a:r>
                        <a:rPr lang="zh-CN" altLang="en-US" sz="1200" b="0" i="0">
                          <a:solidFill>
                            <a:srgbClr val="1F2329"/>
                          </a:solidFill>
                          <a:latin typeface="微软雅黑" panose="020B0503020204020204" pitchFamily="34" charset="-122"/>
                          <a:ea typeface="微软雅黑" panose="020B0503020204020204" pitchFamily="34" charset="-122"/>
                        </a:rPr>
                        <a:t>入料纠偏</a:t>
                      </a:r>
                      <a:endParaRPr lang="zh-CN" altLang="en-US" sz="1200" b="0" i="0">
                        <a:solidFill>
                          <a:srgbClr val="1F2329"/>
                        </a:solidFill>
                        <a:latin typeface="微软雅黑" panose="020B0503020204020204" pitchFamily="34" charset="-122"/>
                        <a:ea typeface="微软雅黑" panose="020B0503020204020204" pitchFamily="34" charset="-122"/>
                      </a:endParaRPr>
                    </a:p>
                  </a:txBody>
                  <a:tcPr marL="76517" marR="76517" marT="57467" marB="57467" anchor="ctr" anchorCtr="0"/>
                </a:tc>
                <a:tc>
                  <a:txBody>
                    <a:bodyPr/>
                    <a:p>
                      <a:pPr algn="ctr" latinLnBrk="1"/>
                      <a:r>
                        <a:rPr lang="zh-CN" altLang="en-US" sz="1200" b="0" i="0">
                          <a:solidFill>
                            <a:srgbClr val="1F2329"/>
                          </a:solidFill>
                          <a:latin typeface="微软雅黑" panose="020B0503020204020204" pitchFamily="34" charset="-122"/>
                          <a:ea typeface="微软雅黑" panose="020B0503020204020204" pitchFamily="34" charset="-122"/>
                        </a:rPr>
                        <a:t>入料前高精度定位</a:t>
                      </a:r>
                      <a:endParaRPr lang="zh-CN" altLang="en-US" sz="1200" b="0" i="0">
                        <a:solidFill>
                          <a:srgbClr val="1F2329"/>
                        </a:solidFill>
                        <a:latin typeface="微软雅黑" panose="020B0503020204020204" pitchFamily="34" charset="-122"/>
                        <a:ea typeface="微软雅黑" panose="020B0503020204020204" pitchFamily="34" charset="-122"/>
                      </a:endParaRPr>
                    </a:p>
                  </a:txBody>
                  <a:tcPr marL="76517" marR="76517" marT="57467" marB="57467" anchor="ctr" anchorCtr="0"/>
                </a:tc>
                <a:tc>
                  <a:txBody>
                    <a:bodyPr/>
                    <a:p>
                      <a:pPr algn="ctr" latinLnBrk="1"/>
                      <a:r>
                        <a:rPr lang="zh-CN" altLang="en-US" sz="1200" b="0" i="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加工前</a:t>
                      </a:r>
                      <a:endParaRPr lang="zh-CN" altLang="en-US" sz="1200" b="0" i="0">
                        <a:solidFill>
                          <a:srgbClr val="1F232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57467" marB="57467" anchor="ctr" anchorCtr="0"/>
                </a:tc>
                <a:tc>
                  <a:txBody>
                    <a:bodyPr/>
                    <a:p>
                      <a:pPr algn="ctr" latinLnBrk="1"/>
                      <a:r>
                        <a:rPr lang="zh-CN" altLang="en-US" sz="1200" b="0" i="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小行程、高带宽、快响应，纠偏范围：±15</a:t>
                      </a:r>
                      <a:r>
                        <a:rPr lang="en-US" altLang="zh-CN" sz="1200" b="0" i="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mm</a:t>
                      </a:r>
                      <a:endParaRPr lang="en-US" altLang="zh-CN" sz="1200" b="0" i="0">
                        <a:solidFill>
                          <a:srgbClr val="1F232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517" marR="76517" marT="57467" marB="57467" anchor="ctr" anchorCtr="0"/>
                </a:tc>
              </a:tr>
            </a:tbl>
          </a:graphicData>
        </a:graphic>
      </p:graphicFrame>
      <p:sp>
        <p:nvSpPr>
          <p:cNvPr id="157" name="文本框 156"/>
          <p:cNvSpPr txBox="1"/>
          <p:nvPr/>
        </p:nvSpPr>
        <p:spPr>
          <a:xfrm>
            <a:off x="9524365" y="1223645"/>
            <a:ext cx="2173605" cy="3138170"/>
          </a:xfrm>
          <a:prstGeom prst="rect">
            <a:avLst/>
          </a:prstGeom>
          <a:ln>
            <a:solidFill>
              <a:srgbClr val="00B0F0"/>
            </a:solidFill>
          </a:ln>
        </p:spPr>
        <p:txBody>
          <a:bodyPr wrap="square">
            <a:spAutoFit/>
          </a:bodyPr>
          <a:p>
            <a:pPr marL="171450" indent="-171450">
              <a:lnSpc>
                <a:spcPct val="150000"/>
              </a:lnSpc>
              <a:buFont typeface="Wingdings" panose="05000000000000000000" charset="0"/>
              <a:buChar char="l"/>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显著提升产品</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OH</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一致性：通过纠偏分级调控，</a:t>
            </a:r>
            <a:r>
              <a:rPr lang="zh-CN" sz="1200">
                <a:latin typeface="微软雅黑" panose="020B0503020204020204" pitchFamily="34" charset="-122"/>
                <a:ea typeface="微软雅黑" panose="020B0503020204020204" pitchFamily="34" charset="-122"/>
                <a:cs typeface="微软雅黑" panose="020B0503020204020204" pitchFamily="34" charset="-122"/>
              </a:rPr>
              <a:t>保证入卷前料线的稳定</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nSpc>
                <a:spcPct val="150000"/>
              </a:lnSpc>
              <a:buFont typeface="Wingdings" panose="05000000000000000000" charset="0"/>
              <a:buChar char="l"/>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大幅提高生产良率与效率</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有效减少包覆</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OH</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、极片</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纵向褶皱不良和料线停机调整时间。</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nSpc>
                <a:spcPct val="150000"/>
              </a:lnSpc>
              <a:buFont typeface="Wingdings" panose="05000000000000000000" charset="0"/>
              <a:buChar char="l"/>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增强稳定性与智能化水平：系统能自动、快速地响应抑制各种扰动，保障长时间运行的稳定性。</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标题 38"/>
          <p:cNvSpPr>
            <a:spLocks noGrp="1"/>
          </p:cNvSpPr>
          <p:nvPr>
            <p:ph type="title"/>
          </p:nvPr>
        </p:nvSpPr>
        <p:spPr>
          <a:xfrm rot="10800000" flipV="1">
            <a:off x="337820" y="207010"/>
            <a:ext cx="3186430" cy="403860"/>
          </a:xfrm>
        </p:spPr>
        <p:txBody>
          <a:bodyPr/>
          <a:p>
            <a:r>
              <a:rPr>
                <a:sym typeface="+mn-ea"/>
              </a:rPr>
              <a:t>多级纠偏联动控制逻辑</a:t>
            </a:r>
            <a:endParaRPr>
              <a:sym typeface="+mn-ea"/>
            </a:endParaRPr>
          </a:p>
        </p:txBody>
      </p:sp>
      <p:sp>
        <p:nvSpPr>
          <p:cNvPr id="153" name="文本框 152"/>
          <p:cNvSpPr txBox="1"/>
          <p:nvPr/>
        </p:nvSpPr>
        <p:spPr>
          <a:xfrm>
            <a:off x="132080" y="657860"/>
            <a:ext cx="11595735" cy="337185"/>
          </a:xfrm>
          <a:prstGeom prst="rect">
            <a:avLst/>
          </a:prstGeom>
          <a:noFill/>
        </p:spPr>
        <p:txBody>
          <a:bodyPr wrap="square" rtlCol="0">
            <a:spAutoFit/>
          </a:bodyPr>
          <a:p>
            <a:pPr marL="285750" indent="-285750">
              <a:buFont typeface="Wingdings" panose="05000000000000000000" charset="0"/>
              <a:buChar char="l"/>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极片和隔膜经过任一纠偏机构的纠偏感应器时料线检测值与设定目标值产生偏差，利用该偏差的方向反馈给上一级纠偏机构。</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 name="组合 2"/>
          <p:cNvGrpSpPr/>
          <p:nvPr/>
        </p:nvGrpSpPr>
        <p:grpSpPr>
          <a:xfrm>
            <a:off x="624205" y="1109345"/>
            <a:ext cx="3068320" cy="3181350"/>
            <a:chOff x="11486" y="2397"/>
            <a:chExt cx="4832" cy="5221"/>
          </a:xfrm>
        </p:grpSpPr>
        <p:sp>
          <p:nvSpPr>
            <p:cNvPr id="8" name="矩形 7"/>
            <p:cNvSpPr/>
            <p:nvPr/>
          </p:nvSpPr>
          <p:spPr>
            <a:xfrm>
              <a:off x="11486" y="2856"/>
              <a:ext cx="2395" cy="4081"/>
            </a:xfrm>
            <a:prstGeom prst="rect">
              <a:avLst/>
            </a:prstGeom>
            <a:gradFill>
              <a:gsLst>
                <a:gs pos="50000">
                  <a:schemeClr val="tx1"/>
                </a:gs>
                <a:gs pos="0">
                  <a:schemeClr val="tx1">
                    <a:lumMod val="25000"/>
                    <a:lumOff val="75000"/>
                  </a:schemeClr>
                </a:gs>
                <a:gs pos="100000">
                  <a:schemeClr val="tx1">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极片</a:t>
              </a:r>
              <a:endParaRPr lang="zh-CN" altLang="en-US"/>
            </a:p>
          </p:txBody>
        </p:sp>
        <p:sp>
          <p:nvSpPr>
            <p:cNvPr id="10" name="矩形 9"/>
            <p:cNvSpPr/>
            <p:nvPr/>
          </p:nvSpPr>
          <p:spPr>
            <a:xfrm>
              <a:off x="13340" y="5380"/>
              <a:ext cx="1123" cy="446"/>
            </a:xfrm>
            <a:prstGeom prst="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矩形 18"/>
            <p:cNvSpPr/>
            <p:nvPr/>
          </p:nvSpPr>
          <p:spPr>
            <a:xfrm>
              <a:off x="14528" y="4219"/>
              <a:ext cx="558" cy="2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a:latin typeface="微软雅黑" panose="020B0503020204020204" pitchFamily="34" charset="-122"/>
                  <a:ea typeface="微软雅黑" panose="020B0503020204020204" pitchFamily="34" charset="-122"/>
                </a:rPr>
                <a:t>卷绕机大板</a:t>
              </a:r>
              <a:endParaRPr lang="zh-CN" altLang="en-US" sz="1400">
                <a:latin typeface="微软雅黑" panose="020B0503020204020204" pitchFamily="34" charset="-122"/>
                <a:ea typeface="微软雅黑" panose="020B0503020204020204" pitchFamily="34" charset="-122"/>
              </a:endParaRPr>
            </a:p>
          </p:txBody>
        </p:sp>
        <p:sp>
          <p:nvSpPr>
            <p:cNvPr id="60" name="线形标注 2 59"/>
            <p:cNvSpPr/>
            <p:nvPr>
              <p:custDataLst>
                <p:tags r:id="rId1"/>
              </p:custDataLst>
            </p:nvPr>
          </p:nvSpPr>
          <p:spPr>
            <a:xfrm>
              <a:off x="14304" y="2397"/>
              <a:ext cx="2014" cy="441"/>
            </a:xfrm>
            <a:prstGeom prst="borderCallout2">
              <a:avLst>
                <a:gd name="adj1" fmla="val 62811"/>
                <a:gd name="adj2" fmla="val -5114"/>
                <a:gd name="adj3" fmla="val 62811"/>
                <a:gd name="adj4" fmla="val -12810"/>
                <a:gd name="adj5" fmla="val 194557"/>
                <a:gd name="adj6" fmla="val -21847"/>
              </a:avLst>
            </a:prstGeom>
          </p:spPr>
          <p:style>
            <a:lnRef idx="3">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latin typeface="微软雅黑" panose="020B0503020204020204" pitchFamily="34" charset="-122"/>
                  <a:ea typeface="微软雅黑" panose="020B0503020204020204" pitchFamily="34" charset="-122"/>
                  <a:sym typeface="+mn-ea"/>
                </a:rPr>
                <a:t>料线检测值</a:t>
              </a:r>
              <a:endParaRPr lang="zh-CN" altLang="en-US" sz="1400">
                <a:latin typeface="微软雅黑" panose="020B0503020204020204" pitchFamily="34" charset="-122"/>
                <a:ea typeface="微软雅黑" panose="020B0503020204020204" pitchFamily="34" charset="-122"/>
                <a:sym typeface="+mn-ea"/>
              </a:endParaRPr>
            </a:p>
          </p:txBody>
        </p:sp>
        <p:sp>
          <p:nvSpPr>
            <p:cNvPr id="20" name="文本框 19"/>
            <p:cNvSpPr txBox="1"/>
            <p:nvPr/>
          </p:nvSpPr>
          <p:spPr>
            <a:xfrm>
              <a:off x="14120" y="5288"/>
              <a:ext cx="407" cy="604"/>
            </a:xfrm>
            <a:prstGeom prst="rect">
              <a:avLst/>
            </a:prstGeom>
            <a:noFill/>
          </p:spPr>
          <p:txBody>
            <a:bodyPr wrap="square" rtlCol="0">
              <a:spAutoFit/>
            </a:bodyPr>
            <a:p>
              <a:r>
                <a:rPr lang="en-US" altLang="zh-CN">
                  <a:solidFill>
                    <a:schemeClr val="bg1"/>
                  </a:solidFill>
                </a:rPr>
                <a:t>+</a:t>
              </a:r>
              <a:endParaRPr lang="en-US" altLang="zh-CN">
                <a:solidFill>
                  <a:schemeClr val="bg1"/>
                </a:solidFill>
              </a:endParaRPr>
            </a:p>
          </p:txBody>
        </p:sp>
        <p:sp>
          <p:nvSpPr>
            <p:cNvPr id="21" name="文本框 20"/>
            <p:cNvSpPr txBox="1"/>
            <p:nvPr/>
          </p:nvSpPr>
          <p:spPr>
            <a:xfrm>
              <a:off x="13184" y="5142"/>
              <a:ext cx="514" cy="662"/>
            </a:xfrm>
            <a:prstGeom prst="rect">
              <a:avLst/>
            </a:prstGeom>
            <a:noFill/>
          </p:spPr>
          <p:txBody>
            <a:bodyPr wrap="square" rtlCol="0" anchor="t" anchorCtr="0">
              <a:noAutofit/>
            </a:bodyPr>
            <a:p>
              <a:r>
                <a:rPr lang="en-US" altLang="zh-CN" sz="2800">
                  <a:solidFill>
                    <a:schemeClr val="bg1"/>
                  </a:solidFill>
                </a:rPr>
                <a:t>-</a:t>
              </a:r>
              <a:endParaRPr lang="en-US" altLang="zh-CN" sz="2800">
                <a:solidFill>
                  <a:schemeClr val="bg1"/>
                </a:solidFill>
              </a:endParaRPr>
            </a:p>
          </p:txBody>
        </p:sp>
        <p:cxnSp>
          <p:nvCxnSpPr>
            <p:cNvPr id="22" name="直接连接符 21"/>
            <p:cNvCxnSpPr/>
            <p:nvPr/>
          </p:nvCxnSpPr>
          <p:spPr>
            <a:xfrm flipH="1">
              <a:off x="13973" y="4806"/>
              <a:ext cx="13" cy="2658"/>
            </a:xfrm>
            <a:prstGeom prst="line">
              <a:avLst/>
            </a:prstGeom>
            <a:ln>
              <a:solidFill>
                <a:srgbClr val="FF0000"/>
              </a:solidFill>
              <a:prstDash val="sysDash"/>
            </a:ln>
          </p:spPr>
          <p:style>
            <a:lnRef idx="2">
              <a:schemeClr val="accent1"/>
            </a:lnRef>
            <a:fillRef idx="0">
              <a:srgbClr val="FFFFFF"/>
            </a:fillRef>
            <a:effectRef idx="0">
              <a:srgbClr val="FFFFFF"/>
            </a:effectRef>
            <a:fontRef idx="minor">
              <a:schemeClr val="tx1"/>
            </a:fontRef>
          </p:style>
        </p:cxnSp>
        <p:sp>
          <p:nvSpPr>
            <p:cNvPr id="23" name="线形标注 2 22"/>
            <p:cNvSpPr/>
            <p:nvPr>
              <p:custDataLst>
                <p:tags r:id="rId2"/>
              </p:custDataLst>
            </p:nvPr>
          </p:nvSpPr>
          <p:spPr>
            <a:xfrm>
              <a:off x="14325" y="3049"/>
              <a:ext cx="1993" cy="441"/>
            </a:xfrm>
            <a:prstGeom prst="borderCallout2">
              <a:avLst>
                <a:gd name="adj1" fmla="val 110884"/>
                <a:gd name="adj2" fmla="val 28734"/>
                <a:gd name="adj3" fmla="val 168707"/>
                <a:gd name="adj4" fmla="val 27791"/>
                <a:gd name="adj5" fmla="val 407482"/>
                <a:gd name="adj6" fmla="val -17667"/>
              </a:avLst>
            </a:prstGeom>
          </p:spPr>
          <p:style>
            <a:lnRef idx="3">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latin typeface="微软雅黑" panose="020B0503020204020204" pitchFamily="34" charset="-122"/>
                  <a:ea typeface="微软雅黑" panose="020B0503020204020204" pitchFamily="34" charset="-122"/>
                  <a:sym typeface="+mn-ea"/>
                </a:rPr>
                <a:t>纠偏设定值</a:t>
              </a:r>
              <a:endParaRPr lang="zh-CN" altLang="en-US" sz="1400">
                <a:latin typeface="微软雅黑" panose="020B0503020204020204" pitchFamily="34" charset="-122"/>
                <a:ea typeface="微软雅黑" panose="020B0503020204020204" pitchFamily="34" charset="-122"/>
                <a:sym typeface="+mn-ea"/>
              </a:endParaRPr>
            </a:p>
          </p:txBody>
        </p:sp>
        <p:sp>
          <p:nvSpPr>
            <p:cNvPr id="29" name="文本框 28"/>
            <p:cNvSpPr txBox="1"/>
            <p:nvPr/>
          </p:nvSpPr>
          <p:spPr>
            <a:xfrm>
              <a:off x="14012" y="6950"/>
              <a:ext cx="827" cy="668"/>
            </a:xfrm>
            <a:prstGeom prst="rect">
              <a:avLst/>
            </a:prstGeom>
            <a:noFill/>
          </p:spPr>
          <p:txBody>
            <a:bodyPr wrap="square" rtlCol="0" anchor="t">
              <a:noAutofit/>
            </a:bodyPr>
            <a:p>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正</a:t>
              </a:r>
              <a:endPar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0" name="文本框 29"/>
            <p:cNvSpPr txBox="1"/>
            <p:nvPr/>
          </p:nvSpPr>
          <p:spPr>
            <a:xfrm>
              <a:off x="13130" y="6938"/>
              <a:ext cx="856" cy="529"/>
            </a:xfrm>
            <a:prstGeom prst="rect">
              <a:avLst/>
            </a:prstGeom>
            <a:noFill/>
          </p:spPr>
          <p:txBody>
            <a:bodyPr wrap="square" rtlCol="0" anchor="t">
              <a:noAutofit/>
            </a:bodyPr>
            <a:p>
              <a:r>
                <a:rPr lang="en-US" altLang="zh-CN" sz="14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负</a:t>
              </a:r>
              <a:endPar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27" name="文本框 26"/>
          <p:cNvSpPr txBox="1"/>
          <p:nvPr/>
        </p:nvSpPr>
        <p:spPr>
          <a:xfrm>
            <a:off x="4732020" y="1515110"/>
            <a:ext cx="6810375" cy="460375"/>
          </a:xfrm>
          <a:prstGeom prst="rect">
            <a:avLst/>
          </a:prstGeom>
          <a:solidFill>
            <a:schemeClr val="accent1">
              <a:lumMod val="60000"/>
              <a:lumOff val="40000"/>
            </a:schemeClr>
          </a:solidFill>
        </p:spPr>
        <p:txBody>
          <a:bodyPr wrap="square" rtlCol="0">
            <a:spAutoFit/>
          </a:bodyPr>
          <a:p>
            <a:pPr marL="285750" lvl="0" indent="-285750" algn="l">
              <a:buClrTx/>
              <a:buSzTx/>
              <a:buFont typeface="Wingdings" panose="05000000000000000000" charset="0"/>
              <a:buChar char="l"/>
            </a:pP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纠偏料线偏差值△</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＜0 </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 计数 1次</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记为负值</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1200" baseline="-25000">
                <a:latin typeface="微软雅黑" panose="020B0503020204020204" pitchFamily="34" charset="-122"/>
                <a:ea typeface="微软雅黑" panose="020B0503020204020204" pitchFamily="34" charset="-122"/>
                <a:cs typeface="微软雅黑" panose="020B0503020204020204" pitchFamily="34" charset="-122"/>
                <a:sym typeface="+mn-ea"/>
              </a:rPr>
              <a:t>负</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a:buClrTx/>
              <a:buSzTx/>
              <a:buFont typeface="Wingdings" panose="05000000000000000000" charset="0"/>
              <a:buChar char="l"/>
            </a:pP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纠偏料线偏差值△</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＞0 </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记为正值</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00">
                <a:latin typeface="微软雅黑" panose="020B0503020204020204" pitchFamily="34" charset="-122"/>
                <a:ea typeface="微软雅黑" panose="020B0503020204020204" pitchFamily="34" charset="-122"/>
                <a:cs typeface="微软雅黑" panose="020B0503020204020204" pitchFamily="34" charset="-122"/>
                <a:sym typeface="+mn-ea"/>
              </a:rPr>
              <a:t>正</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文本框 8"/>
          <p:cNvSpPr txBox="1"/>
          <p:nvPr/>
        </p:nvSpPr>
        <p:spPr>
          <a:xfrm>
            <a:off x="4732020" y="1109345"/>
            <a:ext cx="6810375" cy="337185"/>
          </a:xfrm>
          <a:prstGeom prst="rect">
            <a:avLst/>
          </a:prstGeom>
          <a:noFill/>
          <a:ln>
            <a:solidFill>
              <a:schemeClr val="accent5">
                <a:lumMod val="75000"/>
              </a:schemeClr>
            </a:solidFill>
          </a:ln>
        </p:spPr>
        <p:txBody>
          <a:bodyPr wrap="square" rtlCol="0">
            <a:spAutoFit/>
          </a:bodyPr>
          <a:p>
            <a:pPr algn="l"/>
            <a:r>
              <a:rPr lang="zh-CN" altLang="en-US" sz="1600">
                <a:latin typeface="微软雅黑" panose="020B0503020204020204" pitchFamily="34" charset="-122"/>
                <a:ea typeface="微软雅黑" panose="020B0503020204020204" pitchFamily="34" charset="-122"/>
                <a:cs typeface="微软雅黑" panose="020B0503020204020204" pitchFamily="34" charset="-122"/>
              </a:rPr>
              <a:t>纠偏料线偏差值△</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600" baseline="-25000">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纠偏设定值</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600" baseline="-25000">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4732020" y="2038350"/>
            <a:ext cx="6810375" cy="1913255"/>
          </a:xfrm>
          <a:prstGeom prst="rect">
            <a:avLst/>
          </a:prstGeom>
          <a:noFill/>
          <a:ln>
            <a:solidFill>
              <a:schemeClr val="accent1">
                <a:lumMod val="75000"/>
              </a:schemeClr>
            </a:solidFill>
          </a:ln>
        </p:spPr>
        <p:txBody>
          <a:bodyPr wrap="square" rtlCol="0">
            <a:noAutofit/>
          </a:bodyPr>
          <a:p>
            <a:pPr>
              <a:lnSpc>
                <a:spcPct val="14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边缘光栅全遮挡数据为0，无遮挡为10</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①边缘检测检测值为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1200" baseline="-25000">
                <a:latin typeface="微软雅黑" panose="020B0503020204020204" pitchFamily="34" charset="-122"/>
                <a:ea typeface="微软雅黑" panose="020B0503020204020204" pitchFamily="34" charset="-122"/>
                <a:cs typeface="微软雅黑" panose="020B0503020204020204" pitchFamily="34" charset="-122"/>
              </a:rPr>
              <a:t>检测</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极片走带采集，停止则不采集</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，边缘检测的目标值为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1200" baseline="-25000">
                <a:latin typeface="微软雅黑" panose="020B0503020204020204" pitchFamily="34" charset="-122"/>
                <a:ea typeface="微软雅黑" panose="020B0503020204020204" pitchFamily="34" charset="-122"/>
                <a:cs typeface="微软雅黑" panose="020B0503020204020204" pitchFamily="34" charset="-122"/>
              </a:rPr>
              <a:t>目标</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②检测数据每</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10ms</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采集一次</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1200" baseline="-25000">
                <a:latin typeface="微软雅黑" panose="020B0503020204020204" pitchFamily="34" charset="-122"/>
                <a:ea typeface="微软雅黑" panose="020B0503020204020204" pitchFamily="34" charset="-122"/>
                <a:cs typeface="微软雅黑" panose="020B0503020204020204" pitchFamily="34" charset="-122"/>
              </a:rPr>
              <a:t>检测</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，采集周期为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，则采集的数字量为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个</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1200" baseline="-25000">
                <a:latin typeface="微软雅黑" panose="020B0503020204020204" pitchFamily="34" charset="-122"/>
                <a:ea typeface="微软雅黑" panose="020B0503020204020204" pitchFamily="34" charset="-122"/>
                <a:cs typeface="微软雅黑" panose="020B0503020204020204" pitchFamily="34" charset="-122"/>
              </a:rPr>
              <a:t>检测</a:t>
            </a:r>
            <a:endParaRPr lang="zh-CN" altLang="en-US" sz="1200" baseline="-25000">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③统计</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1200" baseline="-25000">
                <a:latin typeface="微软雅黑" panose="020B0503020204020204" pitchFamily="34" charset="-122"/>
                <a:ea typeface="微软雅黑" panose="020B0503020204020204" pitchFamily="34" charset="-122"/>
                <a:cs typeface="微软雅黑" panose="020B0503020204020204" pitchFamily="34" charset="-122"/>
              </a:rPr>
              <a:t>正</a:t>
            </a:r>
            <a:r>
              <a:rPr lang="zh-CN"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1200" baseline="-25000">
                <a:latin typeface="微软雅黑" panose="020B0503020204020204" pitchFamily="34" charset="-122"/>
                <a:ea typeface="微软雅黑" panose="020B0503020204020204" pitchFamily="34" charset="-122"/>
                <a:cs typeface="微软雅黑" panose="020B0503020204020204" pitchFamily="34" charset="-122"/>
                <a:sym typeface="+mn-ea"/>
              </a:rPr>
              <a:t>负</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的个数</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40000"/>
              </a:lnSpc>
              <a:buFont typeface="+mj-lt"/>
              <a:buAutoNum type="alphaLcParenR"/>
            </a:pP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1200" baseline="-25000">
                <a:latin typeface="微软雅黑" panose="020B0503020204020204" pitchFamily="34" charset="-122"/>
                <a:ea typeface="微软雅黑" panose="020B0503020204020204" pitchFamily="34" charset="-122"/>
                <a:cs typeface="微软雅黑" panose="020B0503020204020204" pitchFamily="34" charset="-122"/>
              </a:rPr>
              <a:t>负</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N*100%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与</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1200" baseline="-25000">
                <a:latin typeface="微软雅黑" panose="020B0503020204020204" pitchFamily="34" charset="-122"/>
                <a:ea typeface="微软雅黑" panose="020B0503020204020204" pitchFamily="34" charset="-122"/>
                <a:cs typeface="微软雅黑" panose="020B0503020204020204" pitchFamily="34" charset="-122"/>
              </a:rPr>
              <a:t>正</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N*100%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数值均在4</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55</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%（可设定值</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K</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），放卷纠偏不动作</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40000"/>
              </a:lnSpc>
              <a:buFont typeface="+mj-lt"/>
              <a:buAutoNum type="alphaLcParenR"/>
            </a:pP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1200" baseline="-25000">
                <a:latin typeface="微软雅黑" panose="020B0503020204020204" pitchFamily="34" charset="-122"/>
                <a:ea typeface="微软雅黑" panose="020B0503020204020204" pitchFamily="34" charset="-122"/>
                <a:cs typeface="微软雅黑" panose="020B0503020204020204" pitchFamily="34" charset="-122"/>
              </a:rPr>
              <a:t>正</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N*100%＞55%，</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上一级纠偏设定值自动减少</a:t>
            </a:r>
            <a:r>
              <a:rPr lang="en-US" sz="120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200" baseline="-25000">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zh-CN" altLang="en-US" sz="12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nSpc>
                <a:spcPct val="140000"/>
              </a:lnSpc>
              <a:buFont typeface="+mj-lt"/>
              <a:buAutoNum type="alphaLcParenR"/>
            </a:pP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1200" baseline="-25000">
                <a:latin typeface="微软雅黑" panose="020B0503020204020204" pitchFamily="34" charset="-122"/>
                <a:ea typeface="微软雅黑" panose="020B0503020204020204" pitchFamily="34" charset="-122"/>
                <a:cs typeface="微软雅黑" panose="020B0503020204020204" pitchFamily="34" charset="-122"/>
              </a:rPr>
              <a:t>负</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N*100%＞55%，</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上一级</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纠偏设定值自动增加</a:t>
            </a:r>
            <a:r>
              <a:rPr lang="en-US" sz="120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200" baseline="-25000">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en-US" altLang="zh-CN" sz="1200" baseline="-25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菱形 3"/>
          <p:cNvSpPr/>
          <p:nvPr/>
        </p:nvSpPr>
        <p:spPr>
          <a:xfrm>
            <a:off x="4441190" y="4874895"/>
            <a:ext cx="1231265" cy="876300"/>
          </a:xfrm>
          <a:prstGeom prst="diamond">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判定：料线偏差值</a:t>
            </a:r>
            <a:endPar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a:t>
            </a:r>
            <a:endPar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4" name="矩形 63"/>
          <p:cNvSpPr/>
          <p:nvPr/>
        </p:nvSpPr>
        <p:spPr>
          <a:xfrm>
            <a:off x="356870" y="4924425"/>
            <a:ext cx="80772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周期</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收集数据一一对应数据：</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4" name="矩形 73"/>
          <p:cNvSpPr/>
          <p:nvPr/>
        </p:nvSpPr>
        <p:spPr>
          <a:xfrm>
            <a:off x="3173730" y="4917440"/>
            <a:ext cx="94488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料线偏差值△</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81" name="肘形连接符 80"/>
          <p:cNvCxnSpPr>
            <a:stCxn id="74" idx="3"/>
            <a:endCxn id="4" idx="1"/>
          </p:cNvCxnSpPr>
          <p:nvPr/>
        </p:nvCxnSpPr>
        <p:spPr>
          <a:xfrm>
            <a:off x="4118610" y="5310505"/>
            <a:ext cx="322580" cy="2540"/>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91" name="肘形连接符 190"/>
          <p:cNvCxnSpPr>
            <a:stCxn id="4" idx="3"/>
            <a:endCxn id="31" idx="1"/>
          </p:cNvCxnSpPr>
          <p:nvPr/>
        </p:nvCxnSpPr>
        <p:spPr>
          <a:xfrm flipV="1">
            <a:off x="5672455" y="4764405"/>
            <a:ext cx="582295" cy="548640"/>
          </a:xfrm>
          <a:prstGeom prst="bentConnector3">
            <a:avLst>
              <a:gd name="adj1" fmla="val 50055"/>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93" name="肘形连接符 192"/>
          <p:cNvCxnSpPr>
            <a:stCxn id="4" idx="3"/>
            <a:endCxn id="32" idx="1"/>
          </p:cNvCxnSpPr>
          <p:nvPr/>
        </p:nvCxnSpPr>
        <p:spPr>
          <a:xfrm>
            <a:off x="5672455" y="5313045"/>
            <a:ext cx="582930" cy="70802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75" name="肘形连接符 174"/>
          <p:cNvCxnSpPr>
            <a:stCxn id="45" idx="3"/>
            <a:endCxn id="51" idx="1"/>
          </p:cNvCxnSpPr>
          <p:nvPr/>
        </p:nvCxnSpPr>
        <p:spPr>
          <a:xfrm>
            <a:off x="10491470" y="4764405"/>
            <a:ext cx="509905" cy="563245"/>
          </a:xfrm>
          <a:prstGeom prst="bentConnector3">
            <a:avLst>
              <a:gd name="adj1" fmla="val 5006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25" name="文本框 24"/>
          <p:cNvSpPr txBox="1"/>
          <p:nvPr/>
        </p:nvSpPr>
        <p:spPr>
          <a:xfrm>
            <a:off x="238125" y="4290695"/>
            <a:ext cx="5801360" cy="368300"/>
          </a:xfrm>
          <a:prstGeom prst="rect">
            <a:avLst/>
          </a:prstGeom>
          <a:noFill/>
        </p:spPr>
        <p:txBody>
          <a:bodyPr wrap="square" rtlCol="0">
            <a:spAutoFit/>
          </a:bodyPr>
          <a:p>
            <a:pPr marL="285750" indent="-285750">
              <a:buFont typeface="Wingdings" panose="05000000000000000000" charset="0"/>
              <a:buChar char="l"/>
            </a:pPr>
            <a:r>
              <a:rPr lang="zh-CN" altLang="en-US">
                <a:latin typeface="微软雅黑" panose="020B0503020204020204" pitchFamily="34" charset="-122"/>
                <a:ea typeface="微软雅黑" panose="020B0503020204020204" pitchFamily="34" charset="-122"/>
              </a:rPr>
              <a:t>程序逻辑（相邻两级纠偏机构之间的关系示例）</a:t>
            </a:r>
            <a:endParaRPr lang="zh-CN" altLang="en-US">
              <a:latin typeface="微软雅黑" panose="020B0503020204020204" pitchFamily="34" charset="-122"/>
              <a:ea typeface="微软雅黑" panose="020B0503020204020204" pitchFamily="34" charset="-122"/>
            </a:endParaRPr>
          </a:p>
        </p:txBody>
      </p:sp>
      <p:sp>
        <p:nvSpPr>
          <p:cNvPr id="26" name="文本框 25"/>
          <p:cNvSpPr txBox="1"/>
          <p:nvPr/>
        </p:nvSpPr>
        <p:spPr>
          <a:xfrm flipH="1">
            <a:off x="5672455" y="476059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28" name="文本框 27"/>
          <p:cNvSpPr txBox="1"/>
          <p:nvPr/>
        </p:nvSpPr>
        <p:spPr>
          <a:xfrm flipH="1">
            <a:off x="5672455" y="589534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sp>
        <p:nvSpPr>
          <p:cNvPr id="31" name="矩形 30"/>
          <p:cNvSpPr/>
          <p:nvPr/>
        </p:nvSpPr>
        <p:spPr>
          <a:xfrm>
            <a:off x="6254750" y="4488815"/>
            <a:ext cx="1023620" cy="55118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0" rIns="36195" bIns="0" rtlCol="0" anchor="ctr" anchorCtr="0"/>
          <a:p>
            <a:pPr algn="ct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正</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2" name="矩形 31"/>
          <p:cNvSpPr/>
          <p:nvPr/>
        </p:nvSpPr>
        <p:spPr>
          <a:xfrm>
            <a:off x="6255385" y="5704840"/>
            <a:ext cx="1022350" cy="6324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195" tIns="0" rIns="36195" bIns="0" numCol="1" spcCol="0" rtlCol="0" fromWordArt="0" anchor="ctr" anchorCtr="0" forceAA="0" compatLnSpc="1">
            <a:noAutofit/>
          </a:bodyPr>
          <a:p>
            <a:pPr lvl="0" algn="ctr">
              <a:buClrTx/>
              <a:buSzTx/>
              <a:buFontTx/>
            </a:pP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负</a:t>
            </a:r>
            <a:endPar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3" name="菱形 32"/>
          <p:cNvSpPr/>
          <p:nvPr/>
        </p:nvSpPr>
        <p:spPr>
          <a:xfrm>
            <a:off x="7640320" y="4446270"/>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正</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5" name="菱形 34"/>
          <p:cNvSpPr/>
          <p:nvPr/>
        </p:nvSpPr>
        <p:spPr>
          <a:xfrm>
            <a:off x="7643495" y="5704840"/>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负</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36" name="肘形连接符 35"/>
          <p:cNvCxnSpPr>
            <a:stCxn id="31" idx="3"/>
            <a:endCxn id="33" idx="1"/>
          </p:cNvCxnSpPr>
          <p:nvPr/>
        </p:nvCxnSpPr>
        <p:spPr>
          <a:xfrm flipV="1">
            <a:off x="7278370" y="4762500"/>
            <a:ext cx="36195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37" name="肘形连接符 36"/>
          <p:cNvCxnSpPr>
            <a:stCxn id="32" idx="3"/>
            <a:endCxn id="35" idx="1"/>
          </p:cNvCxnSpPr>
          <p:nvPr/>
        </p:nvCxnSpPr>
        <p:spPr>
          <a:xfrm>
            <a:off x="7277735" y="6021070"/>
            <a:ext cx="365760" cy="317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38" name="矩形 37"/>
          <p:cNvSpPr/>
          <p:nvPr/>
        </p:nvSpPr>
        <p:spPr>
          <a:xfrm>
            <a:off x="8809355" y="5245735"/>
            <a:ext cx="680720" cy="2311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流程结束</a:t>
            </a:r>
            <a:endPar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0" name="文本框 39"/>
          <p:cNvSpPr txBox="1"/>
          <p:nvPr/>
        </p:nvSpPr>
        <p:spPr>
          <a:xfrm flipH="1">
            <a:off x="8567420" y="5042535"/>
            <a:ext cx="76200" cy="8890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cxnSp>
        <p:nvCxnSpPr>
          <p:cNvPr id="41" name="肘形连接符 40"/>
          <p:cNvCxnSpPr>
            <a:stCxn id="33" idx="2"/>
            <a:endCxn id="38" idx="1"/>
          </p:cNvCxnSpPr>
          <p:nvPr/>
        </p:nvCxnSpPr>
        <p:spPr>
          <a:xfrm rot="5400000" flipV="1">
            <a:off x="8452168" y="5004118"/>
            <a:ext cx="282575" cy="431800"/>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42" name="肘形连接符 41"/>
          <p:cNvCxnSpPr>
            <a:stCxn id="35" idx="0"/>
            <a:endCxn id="38" idx="1"/>
          </p:cNvCxnSpPr>
          <p:nvPr/>
        </p:nvCxnSpPr>
        <p:spPr>
          <a:xfrm rot="16200000">
            <a:off x="8423275" y="5318760"/>
            <a:ext cx="343535" cy="42862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flipH="1">
            <a:off x="9114790" y="453072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45" name="矩形 44"/>
          <p:cNvSpPr/>
          <p:nvPr/>
        </p:nvSpPr>
        <p:spPr>
          <a:xfrm>
            <a:off x="9613900" y="4488180"/>
            <a:ext cx="877570" cy="55245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发送目标补偿值</a:t>
            </a:r>
            <a:endPar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6" name="矩形 45"/>
          <p:cNvSpPr/>
          <p:nvPr/>
        </p:nvSpPr>
        <p:spPr>
          <a:xfrm>
            <a:off x="9613900" y="5742940"/>
            <a:ext cx="877570" cy="54991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发送目标补偿值</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8" name="肘形连接符 47"/>
          <p:cNvCxnSpPr>
            <a:stCxn id="33" idx="3"/>
            <a:endCxn id="45" idx="1"/>
          </p:cNvCxnSpPr>
          <p:nvPr/>
        </p:nvCxnSpPr>
        <p:spPr>
          <a:xfrm>
            <a:off x="9114790" y="4762500"/>
            <a:ext cx="49911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0" name="肘形连接符 49"/>
          <p:cNvCxnSpPr>
            <a:stCxn id="35" idx="3"/>
            <a:endCxn id="46" idx="1"/>
          </p:cNvCxnSpPr>
          <p:nvPr/>
        </p:nvCxnSpPr>
        <p:spPr>
          <a:xfrm flipV="1">
            <a:off x="9117965" y="6017895"/>
            <a:ext cx="495935" cy="3175"/>
          </a:xfrm>
          <a:prstGeom prst="bentConnector3">
            <a:avLst>
              <a:gd name="adj1" fmla="val 50064"/>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1" name="矩形 50"/>
          <p:cNvSpPr/>
          <p:nvPr/>
        </p:nvSpPr>
        <p:spPr>
          <a:xfrm>
            <a:off x="11001375" y="4934585"/>
            <a:ext cx="634365"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上一级纠偏设定目标值</a:t>
            </a:r>
            <a:endParaRPr 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52" name="肘形连接符 51"/>
          <p:cNvCxnSpPr>
            <a:stCxn id="46" idx="3"/>
            <a:endCxn id="51" idx="1"/>
          </p:cNvCxnSpPr>
          <p:nvPr/>
        </p:nvCxnSpPr>
        <p:spPr>
          <a:xfrm flipV="1">
            <a:off x="10491470" y="5327650"/>
            <a:ext cx="509905" cy="690245"/>
          </a:xfrm>
          <a:prstGeom prst="bentConnector3">
            <a:avLst>
              <a:gd name="adj1" fmla="val 5006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3" name="文本框 52"/>
          <p:cNvSpPr txBox="1"/>
          <p:nvPr/>
        </p:nvSpPr>
        <p:spPr>
          <a:xfrm flipH="1">
            <a:off x="9117965" y="616458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55" name="矩形 54"/>
          <p:cNvSpPr/>
          <p:nvPr/>
        </p:nvSpPr>
        <p:spPr>
          <a:xfrm>
            <a:off x="1612900" y="4919345"/>
            <a:ext cx="114046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筛选</a:t>
            </a:r>
            <a:endPar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检测</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目标</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2mm</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计数采集个数为</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56" name="肘形连接符 55"/>
          <p:cNvCxnSpPr>
            <a:stCxn id="55" idx="3"/>
            <a:endCxn id="74" idx="1"/>
          </p:cNvCxnSpPr>
          <p:nvPr/>
        </p:nvCxnSpPr>
        <p:spPr>
          <a:xfrm flipV="1">
            <a:off x="2753360" y="5310505"/>
            <a:ext cx="42037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7" name="肘形连接符 56"/>
          <p:cNvCxnSpPr>
            <a:endCxn id="55" idx="1"/>
          </p:cNvCxnSpPr>
          <p:nvPr/>
        </p:nvCxnSpPr>
        <p:spPr>
          <a:xfrm>
            <a:off x="1169670" y="5307965"/>
            <a:ext cx="443230" cy="4445"/>
          </a:xfrm>
          <a:prstGeom prst="bentConnector3">
            <a:avLst>
              <a:gd name="adj1" fmla="val 50143"/>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标题 38"/>
          <p:cNvSpPr>
            <a:spLocks noGrp="1"/>
          </p:cNvSpPr>
          <p:nvPr>
            <p:ph type="title"/>
          </p:nvPr>
        </p:nvSpPr>
        <p:spPr>
          <a:xfrm rot="10800000" flipV="1">
            <a:off x="337820" y="207010"/>
            <a:ext cx="4512310" cy="403860"/>
          </a:xfrm>
        </p:spPr>
        <p:txBody>
          <a:bodyPr/>
          <a:p>
            <a:r>
              <a:rPr sz="2400">
                <a:sym typeface="+mn-ea"/>
              </a:rPr>
              <a:t>正极多级纠偏联动控制逻辑</a:t>
            </a:r>
            <a:endParaRPr sz="2400">
              <a:sym typeface="+mn-ea"/>
            </a:endParaRPr>
          </a:p>
        </p:txBody>
      </p:sp>
      <p:sp>
        <p:nvSpPr>
          <p:cNvPr id="4" name="菱形 3"/>
          <p:cNvSpPr/>
          <p:nvPr/>
        </p:nvSpPr>
        <p:spPr>
          <a:xfrm>
            <a:off x="4441825" y="1268095"/>
            <a:ext cx="1231265" cy="876300"/>
          </a:xfrm>
          <a:prstGeom prst="diamond">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判定：料线偏差值</a:t>
            </a:r>
            <a:endPar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a:t>
            </a:r>
            <a:endPar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4" name="矩形 63"/>
          <p:cNvSpPr/>
          <p:nvPr/>
        </p:nvSpPr>
        <p:spPr>
          <a:xfrm>
            <a:off x="357505" y="1317625"/>
            <a:ext cx="80772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周期</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收集数据一一对应数据：</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4" name="矩形 73"/>
          <p:cNvSpPr/>
          <p:nvPr/>
        </p:nvSpPr>
        <p:spPr>
          <a:xfrm>
            <a:off x="3174365" y="1310640"/>
            <a:ext cx="94488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料线偏差值△</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81" name="肘形连接符 80"/>
          <p:cNvCxnSpPr>
            <a:stCxn id="74" idx="3"/>
            <a:endCxn id="4" idx="1"/>
          </p:cNvCxnSpPr>
          <p:nvPr/>
        </p:nvCxnSpPr>
        <p:spPr>
          <a:xfrm>
            <a:off x="4119245" y="1703705"/>
            <a:ext cx="322580" cy="2540"/>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91" name="肘形连接符 190"/>
          <p:cNvCxnSpPr>
            <a:stCxn id="4" idx="3"/>
            <a:endCxn id="31" idx="1"/>
          </p:cNvCxnSpPr>
          <p:nvPr/>
        </p:nvCxnSpPr>
        <p:spPr>
          <a:xfrm flipV="1">
            <a:off x="5673090" y="1157605"/>
            <a:ext cx="582295" cy="548640"/>
          </a:xfrm>
          <a:prstGeom prst="bentConnector3">
            <a:avLst>
              <a:gd name="adj1" fmla="val 50055"/>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93" name="肘形连接符 192"/>
          <p:cNvCxnSpPr>
            <a:stCxn id="4" idx="3"/>
            <a:endCxn id="32" idx="1"/>
          </p:cNvCxnSpPr>
          <p:nvPr/>
        </p:nvCxnSpPr>
        <p:spPr>
          <a:xfrm>
            <a:off x="5673090" y="1706245"/>
            <a:ext cx="582930" cy="70802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75" name="肘形连接符 174"/>
          <p:cNvCxnSpPr>
            <a:stCxn id="45" idx="3"/>
            <a:endCxn id="51" idx="1"/>
          </p:cNvCxnSpPr>
          <p:nvPr/>
        </p:nvCxnSpPr>
        <p:spPr>
          <a:xfrm>
            <a:off x="10492105" y="1157605"/>
            <a:ext cx="765810" cy="56324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flipH="1">
            <a:off x="5673090" y="115379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28" name="文本框 27"/>
          <p:cNvSpPr txBox="1"/>
          <p:nvPr/>
        </p:nvSpPr>
        <p:spPr>
          <a:xfrm flipH="1">
            <a:off x="5673090" y="228854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sp>
        <p:nvSpPr>
          <p:cNvPr id="31" name="矩形 30"/>
          <p:cNvSpPr/>
          <p:nvPr/>
        </p:nvSpPr>
        <p:spPr>
          <a:xfrm>
            <a:off x="6255385" y="882015"/>
            <a:ext cx="1023620" cy="55118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0" rIns="36195" bIns="0" rtlCol="0" anchor="ctr" anchorCtr="0"/>
          <a:p>
            <a:pPr algn="ct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正</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2" name="矩形 31"/>
          <p:cNvSpPr/>
          <p:nvPr/>
        </p:nvSpPr>
        <p:spPr>
          <a:xfrm>
            <a:off x="6256020" y="2098040"/>
            <a:ext cx="1022350" cy="6324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195" tIns="0" rIns="36195" bIns="0" numCol="1" spcCol="0" rtlCol="0" fromWordArt="0" anchor="ctr" anchorCtr="0" forceAA="0" compatLnSpc="1">
            <a:noAutofit/>
          </a:bodyPr>
          <a:p>
            <a:pPr lvl="0" algn="ctr">
              <a:buClrTx/>
              <a:buSzTx/>
              <a:buFontTx/>
            </a:pP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负</a:t>
            </a:r>
            <a:endPar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3" name="菱形 32"/>
          <p:cNvSpPr/>
          <p:nvPr/>
        </p:nvSpPr>
        <p:spPr>
          <a:xfrm>
            <a:off x="7640955" y="839470"/>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正</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5" name="菱形 34"/>
          <p:cNvSpPr/>
          <p:nvPr/>
        </p:nvSpPr>
        <p:spPr>
          <a:xfrm>
            <a:off x="7644130" y="2098040"/>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负</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36" name="肘形连接符 35"/>
          <p:cNvCxnSpPr>
            <a:stCxn id="31" idx="3"/>
            <a:endCxn id="33" idx="1"/>
          </p:cNvCxnSpPr>
          <p:nvPr/>
        </p:nvCxnSpPr>
        <p:spPr>
          <a:xfrm flipV="1">
            <a:off x="7279005" y="1155700"/>
            <a:ext cx="36195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37" name="肘形连接符 36"/>
          <p:cNvCxnSpPr>
            <a:stCxn id="32" idx="3"/>
            <a:endCxn id="35" idx="1"/>
          </p:cNvCxnSpPr>
          <p:nvPr/>
        </p:nvCxnSpPr>
        <p:spPr>
          <a:xfrm>
            <a:off x="7278370" y="2414270"/>
            <a:ext cx="365760" cy="317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38" name="矩形 37"/>
          <p:cNvSpPr/>
          <p:nvPr/>
        </p:nvSpPr>
        <p:spPr>
          <a:xfrm>
            <a:off x="8809990" y="1638935"/>
            <a:ext cx="680720" cy="2311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流程结束</a:t>
            </a:r>
            <a:endPar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0" name="文本框 39"/>
          <p:cNvSpPr txBox="1"/>
          <p:nvPr/>
        </p:nvSpPr>
        <p:spPr>
          <a:xfrm flipH="1">
            <a:off x="8568055" y="1435735"/>
            <a:ext cx="76200" cy="8890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cxnSp>
        <p:nvCxnSpPr>
          <p:cNvPr id="41" name="肘形连接符 40"/>
          <p:cNvCxnSpPr>
            <a:stCxn id="33" idx="2"/>
            <a:endCxn id="38" idx="1"/>
          </p:cNvCxnSpPr>
          <p:nvPr/>
        </p:nvCxnSpPr>
        <p:spPr>
          <a:xfrm rot="5400000" flipV="1">
            <a:off x="8452803" y="1397318"/>
            <a:ext cx="282575" cy="431800"/>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42" name="肘形连接符 41"/>
          <p:cNvCxnSpPr>
            <a:stCxn id="35" idx="0"/>
            <a:endCxn id="38" idx="1"/>
          </p:cNvCxnSpPr>
          <p:nvPr/>
        </p:nvCxnSpPr>
        <p:spPr>
          <a:xfrm rot="16200000">
            <a:off x="8423910" y="1711960"/>
            <a:ext cx="343535" cy="42862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flipH="1">
            <a:off x="9115425" y="92392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45" name="矩形 44"/>
          <p:cNvSpPr/>
          <p:nvPr/>
        </p:nvSpPr>
        <p:spPr>
          <a:xfrm>
            <a:off x="9614535" y="923925"/>
            <a:ext cx="877570" cy="4673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endPar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6" name="矩形 45"/>
          <p:cNvSpPr/>
          <p:nvPr/>
        </p:nvSpPr>
        <p:spPr>
          <a:xfrm>
            <a:off x="9614535" y="2174240"/>
            <a:ext cx="876935" cy="47371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8" name="肘形连接符 47"/>
          <p:cNvCxnSpPr>
            <a:stCxn id="33" idx="3"/>
            <a:endCxn id="45" idx="1"/>
          </p:cNvCxnSpPr>
          <p:nvPr/>
        </p:nvCxnSpPr>
        <p:spPr>
          <a:xfrm>
            <a:off x="9115425" y="1155700"/>
            <a:ext cx="49911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0" name="肘形连接符 49"/>
          <p:cNvCxnSpPr>
            <a:stCxn id="35" idx="3"/>
            <a:endCxn id="46" idx="1"/>
          </p:cNvCxnSpPr>
          <p:nvPr/>
        </p:nvCxnSpPr>
        <p:spPr>
          <a:xfrm flipV="1">
            <a:off x="9118600" y="2411095"/>
            <a:ext cx="495935" cy="3175"/>
          </a:xfrm>
          <a:prstGeom prst="bentConnector3">
            <a:avLst>
              <a:gd name="adj1" fmla="val 50064"/>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1" name="矩形 50"/>
          <p:cNvSpPr/>
          <p:nvPr/>
        </p:nvSpPr>
        <p:spPr>
          <a:xfrm>
            <a:off x="11257915" y="1433830"/>
            <a:ext cx="634365" cy="5740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rgbClr val="FF0000"/>
                </a:solidFill>
                <a:latin typeface="微软雅黑" panose="020B0503020204020204" pitchFamily="34" charset="-122"/>
                <a:ea typeface="微软雅黑" panose="020B0503020204020204" pitchFamily="34" charset="-122"/>
                <a:sym typeface="+mn-ea"/>
              </a:rPr>
              <a:t>正极蛇形纠偏</a:t>
            </a:r>
            <a:r>
              <a:rPr lang="en-US" altLang="zh-CN" sz="1000" b="1">
                <a:solidFill>
                  <a:srgbClr val="FF0000"/>
                </a:solidFill>
                <a:latin typeface="微软雅黑" panose="020B0503020204020204" pitchFamily="34" charset="-122"/>
                <a:ea typeface="微软雅黑" panose="020B0503020204020204" pitchFamily="34" charset="-122"/>
                <a:sym typeface="+mn-ea"/>
              </a:rPr>
              <a:t>4</a:t>
            </a:r>
            <a:r>
              <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纠偏设定中值</a:t>
            </a:r>
            <a:endPar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52" name="肘形连接符 51"/>
          <p:cNvCxnSpPr>
            <a:stCxn id="46" idx="3"/>
            <a:endCxn id="51" idx="1"/>
          </p:cNvCxnSpPr>
          <p:nvPr/>
        </p:nvCxnSpPr>
        <p:spPr>
          <a:xfrm flipV="1">
            <a:off x="10491470" y="1720850"/>
            <a:ext cx="766445" cy="690245"/>
          </a:xfrm>
          <a:prstGeom prst="bentConnector3">
            <a:avLst>
              <a:gd name="adj1" fmla="val 50041"/>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3" name="文本框 52"/>
          <p:cNvSpPr txBox="1"/>
          <p:nvPr/>
        </p:nvSpPr>
        <p:spPr>
          <a:xfrm flipH="1">
            <a:off x="9118600" y="255778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55" name="矩形 54"/>
          <p:cNvSpPr/>
          <p:nvPr/>
        </p:nvSpPr>
        <p:spPr>
          <a:xfrm>
            <a:off x="1613535" y="1312545"/>
            <a:ext cx="114046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筛选</a:t>
            </a:r>
            <a:endPar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检测</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目标</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2mm</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计数采集个数为</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56" name="肘形连接符 55"/>
          <p:cNvCxnSpPr>
            <a:stCxn id="55" idx="3"/>
            <a:endCxn id="74" idx="1"/>
          </p:cNvCxnSpPr>
          <p:nvPr/>
        </p:nvCxnSpPr>
        <p:spPr>
          <a:xfrm flipV="1">
            <a:off x="2753995" y="1703705"/>
            <a:ext cx="42037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7" name="肘形连接符 56"/>
          <p:cNvCxnSpPr>
            <a:endCxn id="55" idx="1"/>
          </p:cNvCxnSpPr>
          <p:nvPr/>
        </p:nvCxnSpPr>
        <p:spPr>
          <a:xfrm>
            <a:off x="1170305" y="1701165"/>
            <a:ext cx="443230" cy="4445"/>
          </a:xfrm>
          <a:prstGeom prst="bentConnector3">
            <a:avLst>
              <a:gd name="adj1" fmla="val 50143"/>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57505" y="2200910"/>
            <a:ext cx="1645285" cy="467995"/>
          </a:xfrm>
          <a:prstGeom prst="rect">
            <a:avLst/>
          </a:prstGeom>
          <a:solidFill>
            <a:schemeClr val="accent6">
              <a:lumMod val="40000"/>
              <a:lumOff val="60000"/>
            </a:schemeClr>
          </a:solidFill>
        </p:spPr>
        <p:txBody>
          <a:bodyPr wrap="square" rtlCol="0" anchor="t">
            <a:spAutoFit/>
          </a:bodyPr>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正极入卷纠偏实时值</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目标：</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正极入卷纠偏中值</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文本框 5"/>
          <p:cNvSpPr txBox="1"/>
          <p:nvPr/>
        </p:nvSpPr>
        <p:spPr>
          <a:xfrm>
            <a:off x="324485" y="712470"/>
            <a:ext cx="5520055" cy="337185"/>
          </a:xfrm>
          <a:prstGeom prst="rect">
            <a:avLst/>
          </a:prstGeom>
          <a:noFill/>
        </p:spPr>
        <p:txBody>
          <a:bodyPr wrap="square" rtlCol="0">
            <a:spAutoFit/>
          </a:bodyPr>
          <a:p>
            <a:pPr marL="285750" indent="-285750">
              <a:buFont typeface="Wingdings" panose="05000000000000000000" charset="0"/>
              <a:buChar char="l"/>
            </a:pPr>
            <a:r>
              <a:rPr lang="zh-CN" altLang="en-US" sz="1600">
                <a:latin typeface="微软雅黑" panose="020B0503020204020204" pitchFamily="34" charset="-122"/>
                <a:ea typeface="微软雅黑" panose="020B0503020204020204" pitchFamily="34" charset="-122"/>
              </a:rPr>
              <a:t>正极入料纠偏和正极蛇形纠偏</a:t>
            </a:r>
            <a:r>
              <a:rPr lang="en-US" altLang="zh-CN" sz="1600">
                <a:latin typeface="微软雅黑" panose="020B0503020204020204" pitchFamily="34" charset="-122"/>
                <a:ea typeface="微软雅黑" panose="020B0503020204020204" pitchFamily="34" charset="-122"/>
              </a:rPr>
              <a:t>4</a:t>
            </a:r>
            <a:r>
              <a:rPr lang="zh-CN" altLang="en-US" sz="1600">
                <a:latin typeface="微软雅黑" panose="020B0503020204020204" pitchFamily="34" charset="-122"/>
                <a:ea typeface="微软雅黑" panose="020B0503020204020204" pitchFamily="34" charset="-122"/>
              </a:rPr>
              <a:t>的反馈控制流程</a:t>
            </a:r>
            <a:endParaRPr lang="zh-CN" altLang="en-US" sz="1600">
              <a:latin typeface="微软雅黑" panose="020B0503020204020204" pitchFamily="34" charset="-122"/>
              <a:ea typeface="微软雅黑" panose="020B0503020204020204" pitchFamily="34" charset="-122"/>
            </a:endParaRPr>
          </a:p>
        </p:txBody>
      </p:sp>
      <p:sp>
        <p:nvSpPr>
          <p:cNvPr id="7" name="菱形 6"/>
          <p:cNvSpPr/>
          <p:nvPr/>
        </p:nvSpPr>
        <p:spPr>
          <a:xfrm>
            <a:off x="4458335" y="4324350"/>
            <a:ext cx="1231265" cy="876300"/>
          </a:xfrm>
          <a:prstGeom prst="diamond">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判定：料线偏差值</a:t>
            </a:r>
            <a:endPar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a:t>
            </a:r>
            <a:endPar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矩形 10"/>
          <p:cNvSpPr/>
          <p:nvPr/>
        </p:nvSpPr>
        <p:spPr>
          <a:xfrm>
            <a:off x="374015" y="4373880"/>
            <a:ext cx="80772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周期</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收集数据一一对应数据：</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矩形 11"/>
          <p:cNvSpPr/>
          <p:nvPr/>
        </p:nvSpPr>
        <p:spPr>
          <a:xfrm>
            <a:off x="3190875" y="4366895"/>
            <a:ext cx="94488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料线偏差值△</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3" name="肘形连接符 12"/>
          <p:cNvCxnSpPr>
            <a:stCxn id="12" idx="3"/>
            <a:endCxn id="7" idx="1"/>
          </p:cNvCxnSpPr>
          <p:nvPr/>
        </p:nvCxnSpPr>
        <p:spPr>
          <a:xfrm>
            <a:off x="4135755" y="4759960"/>
            <a:ext cx="322580" cy="2540"/>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4" name="肘形连接符 13"/>
          <p:cNvCxnSpPr>
            <a:stCxn id="7" idx="3"/>
            <a:endCxn id="24" idx="1"/>
          </p:cNvCxnSpPr>
          <p:nvPr/>
        </p:nvCxnSpPr>
        <p:spPr>
          <a:xfrm flipV="1">
            <a:off x="5689600" y="4213860"/>
            <a:ext cx="582295" cy="548640"/>
          </a:xfrm>
          <a:prstGeom prst="bentConnector3">
            <a:avLst>
              <a:gd name="adj1" fmla="val 50055"/>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5" name="肘形连接符 14"/>
          <p:cNvCxnSpPr>
            <a:stCxn id="7" idx="3"/>
            <a:endCxn id="34" idx="1"/>
          </p:cNvCxnSpPr>
          <p:nvPr/>
        </p:nvCxnSpPr>
        <p:spPr>
          <a:xfrm>
            <a:off x="5689600" y="4762500"/>
            <a:ext cx="582930" cy="70802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6" name="肘形连接符 15"/>
          <p:cNvCxnSpPr>
            <a:stCxn id="65" idx="3"/>
            <a:endCxn id="69" idx="1"/>
          </p:cNvCxnSpPr>
          <p:nvPr/>
        </p:nvCxnSpPr>
        <p:spPr>
          <a:xfrm>
            <a:off x="10508615" y="4213860"/>
            <a:ext cx="765810" cy="56324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flipH="1">
            <a:off x="5689600" y="421005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18" name="文本框 17"/>
          <p:cNvSpPr txBox="1"/>
          <p:nvPr/>
        </p:nvSpPr>
        <p:spPr>
          <a:xfrm flipH="1">
            <a:off x="5689600" y="534479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sp>
        <p:nvSpPr>
          <p:cNvPr id="24" name="矩形 23"/>
          <p:cNvSpPr/>
          <p:nvPr/>
        </p:nvSpPr>
        <p:spPr>
          <a:xfrm>
            <a:off x="6271895" y="3938270"/>
            <a:ext cx="1023620" cy="55118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0" rIns="36195" bIns="0" rtlCol="0" anchor="ctr" anchorCtr="0"/>
          <a:p>
            <a:pPr algn="ct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正</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4" name="矩形 33"/>
          <p:cNvSpPr/>
          <p:nvPr/>
        </p:nvSpPr>
        <p:spPr>
          <a:xfrm>
            <a:off x="6272530" y="5154295"/>
            <a:ext cx="1022350" cy="6324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195" tIns="0" rIns="36195" bIns="0" numCol="1" spcCol="0" rtlCol="0" fromWordArt="0" anchor="ctr" anchorCtr="0" forceAA="0" compatLnSpc="1">
            <a:noAutofit/>
          </a:bodyPr>
          <a:p>
            <a:pPr lvl="0" algn="ctr">
              <a:buClrTx/>
              <a:buSzTx/>
              <a:buFontTx/>
            </a:pP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负</a:t>
            </a:r>
            <a:endPar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4" name="菱形 43"/>
          <p:cNvSpPr/>
          <p:nvPr/>
        </p:nvSpPr>
        <p:spPr>
          <a:xfrm>
            <a:off x="7657465" y="3895725"/>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正</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7" name="菱形 46"/>
          <p:cNvSpPr/>
          <p:nvPr/>
        </p:nvSpPr>
        <p:spPr>
          <a:xfrm>
            <a:off x="7660640" y="5154295"/>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负</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9" name="肘形连接符 48"/>
          <p:cNvCxnSpPr>
            <a:stCxn id="24" idx="3"/>
            <a:endCxn id="44" idx="1"/>
          </p:cNvCxnSpPr>
          <p:nvPr/>
        </p:nvCxnSpPr>
        <p:spPr>
          <a:xfrm flipV="1">
            <a:off x="7295515" y="4211955"/>
            <a:ext cx="36195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4" name="肘形连接符 53"/>
          <p:cNvCxnSpPr>
            <a:stCxn id="34" idx="3"/>
            <a:endCxn id="47" idx="1"/>
          </p:cNvCxnSpPr>
          <p:nvPr/>
        </p:nvCxnSpPr>
        <p:spPr>
          <a:xfrm>
            <a:off x="7294880" y="5470525"/>
            <a:ext cx="365760" cy="317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8" name="矩形 57"/>
          <p:cNvSpPr/>
          <p:nvPr/>
        </p:nvSpPr>
        <p:spPr>
          <a:xfrm>
            <a:off x="8826500" y="4695190"/>
            <a:ext cx="680720" cy="2311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流程结束</a:t>
            </a:r>
            <a:endPar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9" name="文本框 58"/>
          <p:cNvSpPr txBox="1"/>
          <p:nvPr/>
        </p:nvSpPr>
        <p:spPr>
          <a:xfrm flipH="1">
            <a:off x="8584565" y="4491990"/>
            <a:ext cx="76200" cy="8890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cxnSp>
        <p:nvCxnSpPr>
          <p:cNvPr id="61" name="肘形连接符 60"/>
          <p:cNvCxnSpPr>
            <a:stCxn id="44" idx="2"/>
            <a:endCxn id="58" idx="1"/>
          </p:cNvCxnSpPr>
          <p:nvPr/>
        </p:nvCxnSpPr>
        <p:spPr>
          <a:xfrm rot="5400000" flipV="1">
            <a:off x="8469313" y="4453573"/>
            <a:ext cx="282575" cy="431800"/>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2" name="肘形连接符 61"/>
          <p:cNvCxnSpPr>
            <a:stCxn id="47" idx="0"/>
            <a:endCxn id="58" idx="1"/>
          </p:cNvCxnSpPr>
          <p:nvPr/>
        </p:nvCxnSpPr>
        <p:spPr>
          <a:xfrm rot="16200000">
            <a:off x="8440420" y="4768215"/>
            <a:ext cx="343535" cy="42862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63" name="文本框 62"/>
          <p:cNvSpPr txBox="1"/>
          <p:nvPr/>
        </p:nvSpPr>
        <p:spPr>
          <a:xfrm flipH="1">
            <a:off x="9131935" y="398018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65" name="矩形 64"/>
          <p:cNvSpPr/>
          <p:nvPr/>
        </p:nvSpPr>
        <p:spPr>
          <a:xfrm>
            <a:off x="9631045" y="3980180"/>
            <a:ext cx="877570" cy="4673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endPar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6" name="矩形 65"/>
          <p:cNvSpPr/>
          <p:nvPr/>
        </p:nvSpPr>
        <p:spPr>
          <a:xfrm>
            <a:off x="9631045" y="5230495"/>
            <a:ext cx="876935" cy="47371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67" name="肘形连接符 66"/>
          <p:cNvCxnSpPr>
            <a:stCxn id="44" idx="3"/>
            <a:endCxn id="65" idx="1"/>
          </p:cNvCxnSpPr>
          <p:nvPr/>
        </p:nvCxnSpPr>
        <p:spPr>
          <a:xfrm>
            <a:off x="9131935" y="4211955"/>
            <a:ext cx="49911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8" name="肘形连接符 67"/>
          <p:cNvCxnSpPr>
            <a:stCxn id="47" idx="3"/>
            <a:endCxn id="66" idx="1"/>
          </p:cNvCxnSpPr>
          <p:nvPr/>
        </p:nvCxnSpPr>
        <p:spPr>
          <a:xfrm flipV="1">
            <a:off x="9135110" y="5467350"/>
            <a:ext cx="495935" cy="3175"/>
          </a:xfrm>
          <a:prstGeom prst="bentConnector3">
            <a:avLst>
              <a:gd name="adj1" fmla="val 50064"/>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69" name="矩形 68"/>
          <p:cNvSpPr/>
          <p:nvPr/>
        </p:nvSpPr>
        <p:spPr>
          <a:xfrm>
            <a:off x="11274425" y="4490085"/>
            <a:ext cx="634365" cy="5740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rgbClr val="FF0000"/>
                </a:solidFill>
                <a:latin typeface="微软雅黑" panose="020B0503020204020204" pitchFamily="34" charset="-122"/>
                <a:ea typeface="微软雅黑" panose="020B0503020204020204" pitchFamily="34" charset="-122"/>
                <a:sym typeface="+mn-ea"/>
              </a:rPr>
              <a:t>正极蛇形纠偏</a:t>
            </a:r>
            <a:r>
              <a:rPr lang="en-US" altLang="zh-CN" sz="1000" b="1">
                <a:solidFill>
                  <a:srgbClr val="FF0000"/>
                </a:solidFill>
                <a:latin typeface="微软雅黑" panose="020B0503020204020204" pitchFamily="34" charset="-122"/>
                <a:ea typeface="微软雅黑" panose="020B0503020204020204" pitchFamily="34" charset="-122"/>
                <a:sym typeface="+mn-ea"/>
              </a:rPr>
              <a:t>3</a:t>
            </a:r>
            <a:r>
              <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纠偏设定中值</a:t>
            </a:r>
            <a:endPar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70" name="肘形连接符 69"/>
          <p:cNvCxnSpPr>
            <a:stCxn id="66" idx="3"/>
            <a:endCxn id="69" idx="1"/>
          </p:cNvCxnSpPr>
          <p:nvPr/>
        </p:nvCxnSpPr>
        <p:spPr>
          <a:xfrm flipV="1">
            <a:off x="10507980" y="4777105"/>
            <a:ext cx="766445" cy="690245"/>
          </a:xfrm>
          <a:prstGeom prst="bentConnector3">
            <a:avLst>
              <a:gd name="adj1" fmla="val 50041"/>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71" name="文本框 70"/>
          <p:cNvSpPr txBox="1"/>
          <p:nvPr/>
        </p:nvSpPr>
        <p:spPr>
          <a:xfrm flipH="1">
            <a:off x="9135110" y="561403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72" name="矩形 71"/>
          <p:cNvSpPr/>
          <p:nvPr/>
        </p:nvSpPr>
        <p:spPr>
          <a:xfrm>
            <a:off x="1630045" y="4368800"/>
            <a:ext cx="114046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筛选</a:t>
            </a:r>
            <a:endPar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检测</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目标</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2mm</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计数采集个数为</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73" name="肘形连接符 72"/>
          <p:cNvCxnSpPr>
            <a:stCxn id="72" idx="3"/>
            <a:endCxn id="12" idx="1"/>
          </p:cNvCxnSpPr>
          <p:nvPr/>
        </p:nvCxnSpPr>
        <p:spPr>
          <a:xfrm flipV="1">
            <a:off x="2770505" y="4759960"/>
            <a:ext cx="42037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75" name="肘形连接符 74"/>
          <p:cNvCxnSpPr>
            <a:endCxn id="72" idx="1"/>
          </p:cNvCxnSpPr>
          <p:nvPr/>
        </p:nvCxnSpPr>
        <p:spPr>
          <a:xfrm>
            <a:off x="1186815" y="4757420"/>
            <a:ext cx="443230" cy="4445"/>
          </a:xfrm>
          <a:prstGeom prst="bentConnector3">
            <a:avLst>
              <a:gd name="adj1" fmla="val 50143"/>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76" name="文本框 75"/>
          <p:cNvSpPr txBox="1"/>
          <p:nvPr/>
        </p:nvSpPr>
        <p:spPr>
          <a:xfrm>
            <a:off x="374015" y="5257165"/>
            <a:ext cx="1645285" cy="467995"/>
          </a:xfrm>
          <a:prstGeom prst="rect">
            <a:avLst/>
          </a:prstGeom>
          <a:solidFill>
            <a:schemeClr val="accent6">
              <a:lumMod val="40000"/>
              <a:lumOff val="60000"/>
            </a:schemeClr>
          </a:solidFill>
        </p:spPr>
        <p:txBody>
          <a:bodyPr wrap="square" rtlCol="0" anchor="t">
            <a:spAutoFit/>
          </a:bodyPr>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正极蛇形4纠偏</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目标：</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正极蛇形4纠偏中值</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7" name="文本框 76"/>
          <p:cNvSpPr txBox="1"/>
          <p:nvPr/>
        </p:nvSpPr>
        <p:spPr>
          <a:xfrm>
            <a:off x="340995" y="3768725"/>
            <a:ext cx="5520055" cy="337185"/>
          </a:xfrm>
          <a:prstGeom prst="rect">
            <a:avLst/>
          </a:prstGeom>
          <a:noFill/>
        </p:spPr>
        <p:txBody>
          <a:bodyPr wrap="square" rtlCol="0">
            <a:spAutoFit/>
          </a:bodyPr>
          <a:p>
            <a:pPr marL="285750" indent="-285750">
              <a:buFont typeface="Wingdings" panose="05000000000000000000" charset="0"/>
              <a:buChar char="l"/>
            </a:pPr>
            <a:r>
              <a:rPr lang="zh-CN" altLang="en-US" sz="1600">
                <a:latin typeface="微软雅黑" panose="020B0503020204020204" pitchFamily="34" charset="-122"/>
                <a:ea typeface="微软雅黑" panose="020B0503020204020204" pitchFamily="34" charset="-122"/>
              </a:rPr>
              <a:t>正极</a:t>
            </a:r>
            <a:r>
              <a:rPr lang="zh-CN" altLang="en-US" sz="1600">
                <a:latin typeface="微软雅黑" panose="020B0503020204020204" pitchFamily="34" charset="-122"/>
                <a:ea typeface="微软雅黑" panose="020B0503020204020204" pitchFamily="34" charset="-122"/>
                <a:sym typeface="+mn-ea"/>
              </a:rPr>
              <a:t>蛇形纠偏</a:t>
            </a:r>
            <a:r>
              <a:rPr lang="en-US" altLang="zh-CN" sz="1600">
                <a:latin typeface="微软雅黑" panose="020B0503020204020204" pitchFamily="34" charset="-122"/>
                <a:ea typeface="微软雅黑" panose="020B0503020204020204" pitchFamily="34" charset="-122"/>
                <a:sym typeface="+mn-ea"/>
              </a:rPr>
              <a:t>4</a:t>
            </a:r>
            <a:r>
              <a:rPr lang="zh-CN" altLang="en-US" sz="1600">
                <a:latin typeface="微软雅黑" panose="020B0503020204020204" pitchFamily="34" charset="-122"/>
                <a:ea typeface="微软雅黑" panose="020B0503020204020204" pitchFamily="34" charset="-122"/>
              </a:rPr>
              <a:t>和正极蛇形纠偏</a:t>
            </a:r>
            <a:r>
              <a:rPr lang="en-US" altLang="zh-CN" sz="1600">
                <a:latin typeface="微软雅黑" panose="020B0503020204020204" pitchFamily="34" charset="-122"/>
                <a:ea typeface="微软雅黑" panose="020B0503020204020204" pitchFamily="34" charset="-122"/>
              </a:rPr>
              <a:t>3</a:t>
            </a:r>
            <a:r>
              <a:rPr lang="zh-CN" altLang="en-US" sz="1600">
                <a:latin typeface="微软雅黑" panose="020B0503020204020204" pitchFamily="34" charset="-122"/>
                <a:ea typeface="微软雅黑" panose="020B0503020204020204" pitchFamily="34" charset="-122"/>
              </a:rPr>
              <a:t>的反馈控制流程</a:t>
            </a:r>
            <a:endParaRPr lang="zh-CN" altLang="en-US" sz="1600">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标题 38"/>
          <p:cNvSpPr>
            <a:spLocks noGrp="1"/>
          </p:cNvSpPr>
          <p:nvPr>
            <p:ph type="title"/>
          </p:nvPr>
        </p:nvSpPr>
        <p:spPr>
          <a:xfrm rot="10800000" flipV="1">
            <a:off x="337820" y="207010"/>
            <a:ext cx="4637405" cy="403860"/>
          </a:xfrm>
          <a:solidFill>
            <a:srgbClr val="009FB4"/>
          </a:solidFill>
          <a:ln>
            <a:noFill/>
          </a:ln>
          <a:effectLst>
            <a:outerShdw blurRad="44450" dist="27940" dir="5400000"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ctr">
            <a:noAutofit/>
          </a:bodyPr>
          <a:p>
            <a:pPr lvl="0" algn="l">
              <a:buClrTx/>
              <a:buSzTx/>
              <a:buFontTx/>
            </a:pPr>
            <a:r>
              <a:rPr sz="2400">
                <a:sym typeface="+mn-ea"/>
              </a:rPr>
              <a:t>正极</a:t>
            </a:r>
            <a:r>
              <a:rPr sz="2400">
                <a:sym typeface="+mn-ea"/>
              </a:rPr>
              <a:t>多级纠偏联动控制逻辑</a:t>
            </a:r>
            <a:endParaRPr sz="2400">
              <a:sym typeface="+mn-ea"/>
            </a:endParaRPr>
          </a:p>
        </p:txBody>
      </p:sp>
      <p:sp>
        <p:nvSpPr>
          <p:cNvPr id="4" name="菱形 3"/>
          <p:cNvSpPr/>
          <p:nvPr/>
        </p:nvSpPr>
        <p:spPr>
          <a:xfrm>
            <a:off x="4441825" y="1268095"/>
            <a:ext cx="1231265" cy="876300"/>
          </a:xfrm>
          <a:prstGeom prst="diamond">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判定：料线偏差值</a:t>
            </a:r>
            <a:endPar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a:t>
            </a:r>
            <a:endPar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4" name="矩形 63"/>
          <p:cNvSpPr/>
          <p:nvPr/>
        </p:nvSpPr>
        <p:spPr>
          <a:xfrm>
            <a:off x="357505" y="1317625"/>
            <a:ext cx="80772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周期</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收集数据一一对应数据：</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4" name="矩形 73"/>
          <p:cNvSpPr/>
          <p:nvPr/>
        </p:nvSpPr>
        <p:spPr>
          <a:xfrm>
            <a:off x="3174365" y="1310640"/>
            <a:ext cx="94488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料线偏差值△</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81" name="肘形连接符 80"/>
          <p:cNvCxnSpPr>
            <a:stCxn id="74" idx="3"/>
            <a:endCxn id="4" idx="1"/>
          </p:cNvCxnSpPr>
          <p:nvPr/>
        </p:nvCxnSpPr>
        <p:spPr>
          <a:xfrm>
            <a:off x="4119245" y="1703705"/>
            <a:ext cx="322580" cy="2540"/>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91" name="肘形连接符 190"/>
          <p:cNvCxnSpPr>
            <a:stCxn id="4" idx="3"/>
            <a:endCxn id="31" idx="1"/>
          </p:cNvCxnSpPr>
          <p:nvPr/>
        </p:nvCxnSpPr>
        <p:spPr>
          <a:xfrm flipV="1">
            <a:off x="5673090" y="1157605"/>
            <a:ext cx="582295" cy="548640"/>
          </a:xfrm>
          <a:prstGeom prst="bentConnector3">
            <a:avLst>
              <a:gd name="adj1" fmla="val 50055"/>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93" name="肘形连接符 192"/>
          <p:cNvCxnSpPr>
            <a:stCxn id="4" idx="3"/>
            <a:endCxn id="32" idx="1"/>
          </p:cNvCxnSpPr>
          <p:nvPr/>
        </p:nvCxnSpPr>
        <p:spPr>
          <a:xfrm>
            <a:off x="5673090" y="1706245"/>
            <a:ext cx="582930" cy="70802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75" name="肘形连接符 174"/>
          <p:cNvCxnSpPr>
            <a:stCxn id="45" idx="3"/>
            <a:endCxn id="51" idx="1"/>
          </p:cNvCxnSpPr>
          <p:nvPr/>
        </p:nvCxnSpPr>
        <p:spPr>
          <a:xfrm>
            <a:off x="10492105" y="1157605"/>
            <a:ext cx="765810" cy="56324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flipH="1">
            <a:off x="5673090" y="115379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28" name="文本框 27"/>
          <p:cNvSpPr txBox="1"/>
          <p:nvPr/>
        </p:nvSpPr>
        <p:spPr>
          <a:xfrm flipH="1">
            <a:off x="5673090" y="228854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sp>
        <p:nvSpPr>
          <p:cNvPr id="31" name="矩形 30"/>
          <p:cNvSpPr/>
          <p:nvPr/>
        </p:nvSpPr>
        <p:spPr>
          <a:xfrm>
            <a:off x="6255385" y="882015"/>
            <a:ext cx="1023620" cy="55118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0" rIns="36195" bIns="0" rtlCol="0" anchor="ctr" anchorCtr="0"/>
          <a:p>
            <a:pPr algn="ct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正</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2" name="矩形 31"/>
          <p:cNvSpPr/>
          <p:nvPr/>
        </p:nvSpPr>
        <p:spPr>
          <a:xfrm>
            <a:off x="6256020" y="2098040"/>
            <a:ext cx="1022350" cy="6324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195" tIns="0" rIns="36195" bIns="0" numCol="1" spcCol="0" rtlCol="0" fromWordArt="0" anchor="ctr" anchorCtr="0" forceAA="0" compatLnSpc="1">
            <a:noAutofit/>
          </a:bodyPr>
          <a:p>
            <a:pPr lvl="0" algn="ctr">
              <a:buClrTx/>
              <a:buSzTx/>
              <a:buFontTx/>
            </a:pP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负</a:t>
            </a:r>
            <a:endPar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3" name="菱形 32"/>
          <p:cNvSpPr/>
          <p:nvPr/>
        </p:nvSpPr>
        <p:spPr>
          <a:xfrm>
            <a:off x="7640955" y="839470"/>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正</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5" name="菱形 34"/>
          <p:cNvSpPr/>
          <p:nvPr/>
        </p:nvSpPr>
        <p:spPr>
          <a:xfrm>
            <a:off x="7644130" y="2098040"/>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负</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36" name="肘形连接符 35"/>
          <p:cNvCxnSpPr>
            <a:stCxn id="31" idx="3"/>
            <a:endCxn id="33" idx="1"/>
          </p:cNvCxnSpPr>
          <p:nvPr/>
        </p:nvCxnSpPr>
        <p:spPr>
          <a:xfrm flipV="1">
            <a:off x="7279005" y="1155700"/>
            <a:ext cx="36195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37" name="肘形连接符 36"/>
          <p:cNvCxnSpPr>
            <a:stCxn id="32" idx="3"/>
            <a:endCxn id="35" idx="1"/>
          </p:cNvCxnSpPr>
          <p:nvPr/>
        </p:nvCxnSpPr>
        <p:spPr>
          <a:xfrm>
            <a:off x="7278370" y="2414270"/>
            <a:ext cx="365760" cy="317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38" name="矩形 37"/>
          <p:cNvSpPr/>
          <p:nvPr/>
        </p:nvSpPr>
        <p:spPr>
          <a:xfrm>
            <a:off x="8809990" y="1638935"/>
            <a:ext cx="680720" cy="2311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流程结束</a:t>
            </a:r>
            <a:endPar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0" name="文本框 39"/>
          <p:cNvSpPr txBox="1"/>
          <p:nvPr/>
        </p:nvSpPr>
        <p:spPr>
          <a:xfrm flipH="1">
            <a:off x="8568055" y="1435735"/>
            <a:ext cx="76200" cy="8890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cxnSp>
        <p:nvCxnSpPr>
          <p:cNvPr id="41" name="肘形连接符 40"/>
          <p:cNvCxnSpPr>
            <a:stCxn id="33" idx="2"/>
            <a:endCxn id="38" idx="1"/>
          </p:cNvCxnSpPr>
          <p:nvPr/>
        </p:nvCxnSpPr>
        <p:spPr>
          <a:xfrm rot="5400000" flipV="1">
            <a:off x="8452803" y="1397318"/>
            <a:ext cx="282575" cy="431800"/>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42" name="肘形连接符 41"/>
          <p:cNvCxnSpPr>
            <a:stCxn id="35" idx="0"/>
            <a:endCxn id="38" idx="1"/>
          </p:cNvCxnSpPr>
          <p:nvPr/>
        </p:nvCxnSpPr>
        <p:spPr>
          <a:xfrm rot="16200000">
            <a:off x="8423910" y="1711960"/>
            <a:ext cx="343535" cy="42862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flipH="1">
            <a:off x="9115425" y="92392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45" name="矩形 44"/>
          <p:cNvSpPr/>
          <p:nvPr/>
        </p:nvSpPr>
        <p:spPr>
          <a:xfrm>
            <a:off x="9614535" y="923925"/>
            <a:ext cx="877570" cy="4673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endPar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6" name="矩形 45"/>
          <p:cNvSpPr/>
          <p:nvPr/>
        </p:nvSpPr>
        <p:spPr>
          <a:xfrm>
            <a:off x="9614535" y="2174240"/>
            <a:ext cx="876935" cy="47371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8" name="肘形连接符 47"/>
          <p:cNvCxnSpPr>
            <a:stCxn id="33" idx="3"/>
            <a:endCxn id="45" idx="1"/>
          </p:cNvCxnSpPr>
          <p:nvPr/>
        </p:nvCxnSpPr>
        <p:spPr>
          <a:xfrm>
            <a:off x="9115425" y="1155700"/>
            <a:ext cx="49911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0" name="肘形连接符 49"/>
          <p:cNvCxnSpPr>
            <a:stCxn id="35" idx="3"/>
            <a:endCxn id="46" idx="1"/>
          </p:cNvCxnSpPr>
          <p:nvPr/>
        </p:nvCxnSpPr>
        <p:spPr>
          <a:xfrm flipV="1">
            <a:off x="9118600" y="2411095"/>
            <a:ext cx="495935" cy="3175"/>
          </a:xfrm>
          <a:prstGeom prst="bentConnector3">
            <a:avLst>
              <a:gd name="adj1" fmla="val 50064"/>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1" name="矩形 50"/>
          <p:cNvSpPr/>
          <p:nvPr/>
        </p:nvSpPr>
        <p:spPr>
          <a:xfrm>
            <a:off x="11257915" y="1433830"/>
            <a:ext cx="634365" cy="5740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rgbClr val="FF0000"/>
                </a:solidFill>
                <a:latin typeface="微软雅黑" panose="020B0503020204020204" pitchFamily="34" charset="-122"/>
                <a:ea typeface="微软雅黑" panose="020B0503020204020204" pitchFamily="34" charset="-122"/>
                <a:sym typeface="+mn-ea"/>
              </a:rPr>
              <a:t>正极蛇形纠偏</a:t>
            </a:r>
            <a:r>
              <a:rPr lang="en-US" altLang="zh-CN" sz="1000" b="1">
                <a:solidFill>
                  <a:srgbClr val="FF0000"/>
                </a:solidFill>
                <a:latin typeface="微软雅黑" panose="020B0503020204020204" pitchFamily="34" charset="-122"/>
                <a:ea typeface="微软雅黑" panose="020B0503020204020204" pitchFamily="34" charset="-122"/>
                <a:sym typeface="+mn-ea"/>
              </a:rPr>
              <a:t>2</a:t>
            </a:r>
            <a:r>
              <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纠偏设定中值</a:t>
            </a:r>
            <a:endPar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52" name="肘形连接符 51"/>
          <p:cNvCxnSpPr>
            <a:stCxn id="46" idx="3"/>
            <a:endCxn id="51" idx="1"/>
          </p:cNvCxnSpPr>
          <p:nvPr/>
        </p:nvCxnSpPr>
        <p:spPr>
          <a:xfrm flipV="1">
            <a:off x="10491470" y="1720850"/>
            <a:ext cx="766445" cy="690245"/>
          </a:xfrm>
          <a:prstGeom prst="bentConnector3">
            <a:avLst>
              <a:gd name="adj1" fmla="val 50041"/>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3" name="文本框 52"/>
          <p:cNvSpPr txBox="1"/>
          <p:nvPr/>
        </p:nvSpPr>
        <p:spPr>
          <a:xfrm flipH="1">
            <a:off x="9118600" y="255778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55" name="矩形 54"/>
          <p:cNvSpPr/>
          <p:nvPr/>
        </p:nvSpPr>
        <p:spPr>
          <a:xfrm>
            <a:off x="1613535" y="1312545"/>
            <a:ext cx="114046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筛选</a:t>
            </a:r>
            <a:endPar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检测</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目标</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2mm</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计数采集个数为</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56" name="肘形连接符 55"/>
          <p:cNvCxnSpPr>
            <a:stCxn id="55" idx="3"/>
            <a:endCxn id="74" idx="1"/>
          </p:cNvCxnSpPr>
          <p:nvPr/>
        </p:nvCxnSpPr>
        <p:spPr>
          <a:xfrm flipV="1">
            <a:off x="2753995" y="1703705"/>
            <a:ext cx="42037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7" name="肘形连接符 56"/>
          <p:cNvCxnSpPr>
            <a:endCxn id="55" idx="1"/>
          </p:cNvCxnSpPr>
          <p:nvPr/>
        </p:nvCxnSpPr>
        <p:spPr>
          <a:xfrm>
            <a:off x="1170305" y="1701165"/>
            <a:ext cx="443230" cy="4445"/>
          </a:xfrm>
          <a:prstGeom prst="bentConnector3">
            <a:avLst>
              <a:gd name="adj1" fmla="val 50143"/>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57505" y="2200910"/>
            <a:ext cx="1645285" cy="342265"/>
          </a:xfrm>
          <a:prstGeom prst="rect">
            <a:avLst/>
          </a:prstGeom>
          <a:solidFill>
            <a:schemeClr val="accent6">
              <a:lumMod val="40000"/>
              <a:lumOff val="60000"/>
            </a:schemeClr>
          </a:solidFill>
        </p:spPr>
        <p:txBody>
          <a:bodyPr wrap="square" rtlCol="0" anchor="t">
            <a:spAutoFit/>
          </a:bodyPr>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正极蛇形3纠偏</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目标：</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正</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极蛇形</a:t>
            </a:r>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纠偏中值</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文本框 5"/>
          <p:cNvSpPr txBox="1"/>
          <p:nvPr/>
        </p:nvSpPr>
        <p:spPr>
          <a:xfrm>
            <a:off x="324485" y="712470"/>
            <a:ext cx="5520055" cy="337185"/>
          </a:xfrm>
          <a:prstGeom prst="rect">
            <a:avLst/>
          </a:prstGeom>
          <a:noFill/>
        </p:spPr>
        <p:txBody>
          <a:bodyPr wrap="square" rtlCol="0">
            <a:spAutoFit/>
          </a:bodyPr>
          <a:p>
            <a:pPr marL="285750" indent="-285750">
              <a:buFont typeface="Wingdings" panose="05000000000000000000" charset="0"/>
              <a:buChar char="l"/>
            </a:pPr>
            <a:r>
              <a:rPr lang="zh-CN" altLang="en-US" sz="1600">
                <a:latin typeface="微软雅黑" panose="020B0503020204020204" pitchFamily="34" charset="-122"/>
                <a:ea typeface="微软雅黑" panose="020B0503020204020204" pitchFamily="34" charset="-122"/>
                <a:sym typeface="+mn-ea"/>
              </a:rPr>
              <a:t>正极</a:t>
            </a:r>
            <a:r>
              <a:rPr lang="zh-CN" altLang="en-US" sz="1600">
                <a:latin typeface="微软雅黑" panose="020B0503020204020204" pitchFamily="34" charset="-122"/>
                <a:ea typeface="微软雅黑" panose="020B0503020204020204" pitchFamily="34" charset="-122"/>
                <a:sym typeface="+mn-ea"/>
              </a:rPr>
              <a:t>蛇形纠偏</a:t>
            </a:r>
            <a:r>
              <a:rPr lang="en-US" altLang="zh-CN" sz="1600">
                <a:latin typeface="微软雅黑" panose="020B0503020204020204" pitchFamily="34" charset="-122"/>
                <a:ea typeface="微软雅黑" panose="020B0503020204020204" pitchFamily="34" charset="-122"/>
                <a:sym typeface="+mn-ea"/>
              </a:rPr>
              <a:t>3</a:t>
            </a:r>
            <a:r>
              <a:rPr lang="zh-CN" altLang="en-US" sz="1600">
                <a:latin typeface="微软雅黑" panose="020B0503020204020204" pitchFamily="34" charset="-122"/>
                <a:ea typeface="微软雅黑" panose="020B0503020204020204" pitchFamily="34" charset="-122"/>
                <a:sym typeface="+mn-ea"/>
              </a:rPr>
              <a:t>和正极蛇形纠偏</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的反馈控制流程</a:t>
            </a:r>
            <a:endParaRPr lang="zh-CN" altLang="en-US" sz="1600">
              <a:latin typeface="微软雅黑" panose="020B0503020204020204" pitchFamily="34" charset="-122"/>
              <a:ea typeface="微软雅黑" panose="020B0503020204020204" pitchFamily="34" charset="-122"/>
            </a:endParaRPr>
          </a:p>
        </p:txBody>
      </p:sp>
      <p:sp>
        <p:nvSpPr>
          <p:cNvPr id="7" name="菱形 6"/>
          <p:cNvSpPr/>
          <p:nvPr/>
        </p:nvSpPr>
        <p:spPr>
          <a:xfrm>
            <a:off x="4458335" y="4324350"/>
            <a:ext cx="1231265" cy="876300"/>
          </a:xfrm>
          <a:prstGeom prst="diamond">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判定：料线偏差值</a:t>
            </a:r>
            <a:endPar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a:t>
            </a:r>
            <a:endPar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矩形 10"/>
          <p:cNvSpPr/>
          <p:nvPr/>
        </p:nvSpPr>
        <p:spPr>
          <a:xfrm>
            <a:off x="374015" y="4373880"/>
            <a:ext cx="80772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周期</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收集数据一一对应数据：</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矩形 11"/>
          <p:cNvSpPr/>
          <p:nvPr/>
        </p:nvSpPr>
        <p:spPr>
          <a:xfrm>
            <a:off x="3190875" y="4366895"/>
            <a:ext cx="94488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料线偏差值△</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3" name="肘形连接符 12"/>
          <p:cNvCxnSpPr>
            <a:stCxn id="12" idx="3"/>
            <a:endCxn id="7" idx="1"/>
          </p:cNvCxnSpPr>
          <p:nvPr/>
        </p:nvCxnSpPr>
        <p:spPr>
          <a:xfrm>
            <a:off x="4135755" y="4759960"/>
            <a:ext cx="322580" cy="2540"/>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4" name="肘形连接符 13"/>
          <p:cNvCxnSpPr>
            <a:stCxn id="7" idx="3"/>
            <a:endCxn id="24" idx="1"/>
          </p:cNvCxnSpPr>
          <p:nvPr/>
        </p:nvCxnSpPr>
        <p:spPr>
          <a:xfrm flipV="1">
            <a:off x="5689600" y="4213860"/>
            <a:ext cx="582295" cy="548640"/>
          </a:xfrm>
          <a:prstGeom prst="bentConnector3">
            <a:avLst>
              <a:gd name="adj1" fmla="val 50055"/>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5" name="肘形连接符 14"/>
          <p:cNvCxnSpPr>
            <a:stCxn id="7" idx="3"/>
            <a:endCxn id="34" idx="1"/>
          </p:cNvCxnSpPr>
          <p:nvPr/>
        </p:nvCxnSpPr>
        <p:spPr>
          <a:xfrm>
            <a:off x="5689600" y="4762500"/>
            <a:ext cx="582930" cy="70802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6" name="肘形连接符 15"/>
          <p:cNvCxnSpPr>
            <a:stCxn id="65" idx="3"/>
            <a:endCxn id="69" idx="1"/>
          </p:cNvCxnSpPr>
          <p:nvPr/>
        </p:nvCxnSpPr>
        <p:spPr>
          <a:xfrm>
            <a:off x="10508615" y="4213860"/>
            <a:ext cx="765810" cy="56324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flipH="1">
            <a:off x="5689600" y="421005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18" name="文本框 17"/>
          <p:cNvSpPr txBox="1"/>
          <p:nvPr/>
        </p:nvSpPr>
        <p:spPr>
          <a:xfrm flipH="1">
            <a:off x="5689600" y="534479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sp>
        <p:nvSpPr>
          <p:cNvPr id="24" name="矩形 23"/>
          <p:cNvSpPr/>
          <p:nvPr/>
        </p:nvSpPr>
        <p:spPr>
          <a:xfrm>
            <a:off x="6271895" y="3938270"/>
            <a:ext cx="1023620" cy="55118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0" rIns="36195" bIns="0" rtlCol="0" anchor="ctr" anchorCtr="0"/>
          <a:p>
            <a:pPr algn="ct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正</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4" name="矩形 33"/>
          <p:cNvSpPr/>
          <p:nvPr/>
        </p:nvSpPr>
        <p:spPr>
          <a:xfrm>
            <a:off x="6272530" y="5154295"/>
            <a:ext cx="1022350" cy="6324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195" tIns="0" rIns="36195" bIns="0" numCol="1" spcCol="0" rtlCol="0" fromWordArt="0" anchor="ctr" anchorCtr="0" forceAA="0" compatLnSpc="1">
            <a:noAutofit/>
          </a:bodyPr>
          <a:p>
            <a:pPr lvl="0" algn="ctr">
              <a:buClrTx/>
              <a:buSzTx/>
              <a:buFontTx/>
            </a:pP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负</a:t>
            </a:r>
            <a:endPar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4" name="菱形 43"/>
          <p:cNvSpPr/>
          <p:nvPr/>
        </p:nvSpPr>
        <p:spPr>
          <a:xfrm>
            <a:off x="7657465" y="3895725"/>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正</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7" name="菱形 46"/>
          <p:cNvSpPr/>
          <p:nvPr/>
        </p:nvSpPr>
        <p:spPr>
          <a:xfrm>
            <a:off x="7660640" y="5154295"/>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负</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9" name="肘形连接符 48"/>
          <p:cNvCxnSpPr>
            <a:stCxn id="24" idx="3"/>
            <a:endCxn id="44" idx="1"/>
          </p:cNvCxnSpPr>
          <p:nvPr/>
        </p:nvCxnSpPr>
        <p:spPr>
          <a:xfrm flipV="1">
            <a:off x="7295515" y="4211955"/>
            <a:ext cx="36195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4" name="肘形连接符 53"/>
          <p:cNvCxnSpPr>
            <a:stCxn id="34" idx="3"/>
            <a:endCxn id="47" idx="1"/>
          </p:cNvCxnSpPr>
          <p:nvPr/>
        </p:nvCxnSpPr>
        <p:spPr>
          <a:xfrm>
            <a:off x="7294880" y="5470525"/>
            <a:ext cx="365760" cy="317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8" name="矩形 57"/>
          <p:cNvSpPr/>
          <p:nvPr/>
        </p:nvSpPr>
        <p:spPr>
          <a:xfrm>
            <a:off x="8826500" y="4695190"/>
            <a:ext cx="680720" cy="2311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流程结束</a:t>
            </a:r>
            <a:endPar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9" name="文本框 58"/>
          <p:cNvSpPr txBox="1"/>
          <p:nvPr/>
        </p:nvSpPr>
        <p:spPr>
          <a:xfrm flipH="1">
            <a:off x="8584565" y="4491990"/>
            <a:ext cx="76200" cy="8890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cxnSp>
        <p:nvCxnSpPr>
          <p:cNvPr id="61" name="肘形连接符 60"/>
          <p:cNvCxnSpPr>
            <a:stCxn id="44" idx="2"/>
            <a:endCxn id="58" idx="1"/>
          </p:cNvCxnSpPr>
          <p:nvPr/>
        </p:nvCxnSpPr>
        <p:spPr>
          <a:xfrm rot="5400000" flipV="1">
            <a:off x="8469313" y="4453573"/>
            <a:ext cx="282575" cy="431800"/>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2" name="肘形连接符 61"/>
          <p:cNvCxnSpPr>
            <a:stCxn id="47" idx="0"/>
            <a:endCxn id="58" idx="1"/>
          </p:cNvCxnSpPr>
          <p:nvPr/>
        </p:nvCxnSpPr>
        <p:spPr>
          <a:xfrm rot="16200000">
            <a:off x="8440420" y="4768215"/>
            <a:ext cx="343535" cy="42862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63" name="文本框 62"/>
          <p:cNvSpPr txBox="1"/>
          <p:nvPr/>
        </p:nvSpPr>
        <p:spPr>
          <a:xfrm flipH="1">
            <a:off x="9131935" y="398018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65" name="矩形 64"/>
          <p:cNvSpPr/>
          <p:nvPr/>
        </p:nvSpPr>
        <p:spPr>
          <a:xfrm>
            <a:off x="9631045" y="3980180"/>
            <a:ext cx="877570" cy="4673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endPar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6" name="矩形 65"/>
          <p:cNvSpPr/>
          <p:nvPr/>
        </p:nvSpPr>
        <p:spPr>
          <a:xfrm>
            <a:off x="9631045" y="5230495"/>
            <a:ext cx="876935" cy="47371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67" name="肘形连接符 66"/>
          <p:cNvCxnSpPr>
            <a:stCxn id="44" idx="3"/>
            <a:endCxn id="65" idx="1"/>
          </p:cNvCxnSpPr>
          <p:nvPr/>
        </p:nvCxnSpPr>
        <p:spPr>
          <a:xfrm>
            <a:off x="9131935" y="4211955"/>
            <a:ext cx="49911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8" name="肘形连接符 67"/>
          <p:cNvCxnSpPr>
            <a:stCxn id="47" idx="3"/>
            <a:endCxn id="66" idx="1"/>
          </p:cNvCxnSpPr>
          <p:nvPr/>
        </p:nvCxnSpPr>
        <p:spPr>
          <a:xfrm flipV="1">
            <a:off x="9135110" y="5467350"/>
            <a:ext cx="495935" cy="3175"/>
          </a:xfrm>
          <a:prstGeom prst="bentConnector3">
            <a:avLst>
              <a:gd name="adj1" fmla="val 50064"/>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69" name="矩形 68"/>
          <p:cNvSpPr/>
          <p:nvPr/>
        </p:nvSpPr>
        <p:spPr>
          <a:xfrm>
            <a:off x="11274425" y="4490085"/>
            <a:ext cx="634365" cy="5740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rgbClr val="FF0000"/>
                </a:solidFill>
                <a:latin typeface="微软雅黑" panose="020B0503020204020204" pitchFamily="34" charset="-122"/>
                <a:ea typeface="微软雅黑" panose="020B0503020204020204" pitchFamily="34" charset="-122"/>
                <a:sym typeface="+mn-ea"/>
              </a:rPr>
              <a:t>正极蛇形纠偏</a:t>
            </a:r>
            <a:r>
              <a:rPr lang="en-US" altLang="zh-CN" sz="1000" b="1">
                <a:solidFill>
                  <a:srgbClr val="FF0000"/>
                </a:solidFill>
                <a:latin typeface="微软雅黑" panose="020B0503020204020204" pitchFamily="34" charset="-122"/>
                <a:ea typeface="微软雅黑" panose="020B0503020204020204" pitchFamily="34" charset="-122"/>
                <a:sym typeface="+mn-ea"/>
              </a:rPr>
              <a:t>1</a:t>
            </a:r>
            <a:r>
              <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纠偏设定中值</a:t>
            </a:r>
            <a:endPar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70" name="肘形连接符 69"/>
          <p:cNvCxnSpPr>
            <a:stCxn id="66" idx="3"/>
            <a:endCxn id="69" idx="1"/>
          </p:cNvCxnSpPr>
          <p:nvPr/>
        </p:nvCxnSpPr>
        <p:spPr>
          <a:xfrm flipV="1">
            <a:off x="10507980" y="4777105"/>
            <a:ext cx="766445" cy="690245"/>
          </a:xfrm>
          <a:prstGeom prst="bentConnector3">
            <a:avLst>
              <a:gd name="adj1" fmla="val 50041"/>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71" name="文本框 70"/>
          <p:cNvSpPr txBox="1"/>
          <p:nvPr/>
        </p:nvSpPr>
        <p:spPr>
          <a:xfrm flipH="1">
            <a:off x="9135110" y="561403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72" name="矩形 71"/>
          <p:cNvSpPr/>
          <p:nvPr/>
        </p:nvSpPr>
        <p:spPr>
          <a:xfrm>
            <a:off x="1630045" y="4368800"/>
            <a:ext cx="114046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筛选</a:t>
            </a:r>
            <a:endPar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检测</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目标</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2mm</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计数采集个数为</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73" name="肘形连接符 72"/>
          <p:cNvCxnSpPr>
            <a:stCxn id="72" idx="3"/>
            <a:endCxn id="12" idx="1"/>
          </p:cNvCxnSpPr>
          <p:nvPr/>
        </p:nvCxnSpPr>
        <p:spPr>
          <a:xfrm flipV="1">
            <a:off x="2770505" y="4759960"/>
            <a:ext cx="42037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75" name="肘形连接符 74"/>
          <p:cNvCxnSpPr>
            <a:endCxn id="72" idx="1"/>
          </p:cNvCxnSpPr>
          <p:nvPr/>
        </p:nvCxnSpPr>
        <p:spPr>
          <a:xfrm>
            <a:off x="1186815" y="4757420"/>
            <a:ext cx="443230" cy="4445"/>
          </a:xfrm>
          <a:prstGeom prst="bentConnector3">
            <a:avLst>
              <a:gd name="adj1" fmla="val 50143"/>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76" name="文本框 75"/>
          <p:cNvSpPr txBox="1"/>
          <p:nvPr/>
        </p:nvSpPr>
        <p:spPr>
          <a:xfrm>
            <a:off x="374015" y="5257165"/>
            <a:ext cx="1645285" cy="467995"/>
          </a:xfrm>
          <a:prstGeom prst="rect">
            <a:avLst/>
          </a:prstGeom>
          <a:solidFill>
            <a:schemeClr val="accent6">
              <a:lumMod val="40000"/>
              <a:lumOff val="60000"/>
            </a:schemeClr>
          </a:solidFill>
        </p:spPr>
        <p:txBody>
          <a:bodyPr wrap="square" rtlCol="0" anchor="t">
            <a:spAutoFit/>
          </a:bodyPr>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正极蛇形</a:t>
            </a:r>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纠偏</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目标：</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正极蛇形</a:t>
            </a:r>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纠偏中值</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7" name="文本框 76"/>
          <p:cNvSpPr txBox="1"/>
          <p:nvPr/>
        </p:nvSpPr>
        <p:spPr>
          <a:xfrm>
            <a:off x="340995" y="3768725"/>
            <a:ext cx="5520055" cy="337185"/>
          </a:xfrm>
          <a:prstGeom prst="rect">
            <a:avLst/>
          </a:prstGeom>
          <a:noFill/>
        </p:spPr>
        <p:txBody>
          <a:bodyPr wrap="square" rtlCol="0">
            <a:spAutoFit/>
          </a:bodyPr>
          <a:p>
            <a:pPr marL="285750" indent="-285750">
              <a:buFont typeface="Wingdings" panose="05000000000000000000" charset="0"/>
              <a:buChar char="l"/>
            </a:pPr>
            <a:r>
              <a:rPr lang="zh-CN" altLang="en-US" sz="1600">
                <a:latin typeface="微软雅黑" panose="020B0503020204020204" pitchFamily="34" charset="-122"/>
                <a:ea typeface="微软雅黑" panose="020B0503020204020204" pitchFamily="34" charset="-122"/>
              </a:rPr>
              <a:t>正极</a:t>
            </a:r>
            <a:r>
              <a:rPr lang="zh-CN" altLang="en-US" sz="1600">
                <a:latin typeface="微软雅黑" panose="020B0503020204020204" pitchFamily="34" charset="-122"/>
                <a:ea typeface="微软雅黑" panose="020B0503020204020204" pitchFamily="34" charset="-122"/>
                <a:sym typeface="+mn-ea"/>
              </a:rPr>
              <a:t>蛇形纠偏</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rPr>
              <a:t>和正极</a:t>
            </a:r>
            <a:r>
              <a:rPr lang="zh-CN" altLang="en-US" sz="1600">
                <a:latin typeface="微软雅黑" panose="020B0503020204020204" pitchFamily="34" charset="-122"/>
                <a:ea typeface="微软雅黑" panose="020B0503020204020204" pitchFamily="34" charset="-122"/>
                <a:sym typeface="+mn-ea"/>
              </a:rPr>
              <a:t>蛇形纠偏</a:t>
            </a:r>
            <a:r>
              <a:rPr lang="en-US" altLang="zh-CN" sz="1600">
                <a:latin typeface="微软雅黑" panose="020B0503020204020204" pitchFamily="34" charset="-122"/>
                <a:ea typeface="微软雅黑" panose="020B0503020204020204" pitchFamily="34" charset="-122"/>
                <a:sym typeface="+mn-ea"/>
              </a:rPr>
              <a:t>1</a:t>
            </a:r>
            <a:r>
              <a:rPr lang="zh-CN" altLang="en-US" sz="1600">
                <a:latin typeface="微软雅黑" panose="020B0503020204020204" pitchFamily="34" charset="-122"/>
                <a:ea typeface="微软雅黑" panose="020B0503020204020204" pitchFamily="34" charset="-122"/>
              </a:rPr>
              <a:t>的反馈控制流程</a:t>
            </a:r>
            <a:endParaRPr lang="zh-CN" altLang="en-US" sz="1600">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标题 38"/>
          <p:cNvSpPr>
            <a:spLocks noGrp="1"/>
          </p:cNvSpPr>
          <p:nvPr>
            <p:ph type="title"/>
          </p:nvPr>
        </p:nvSpPr>
        <p:spPr>
          <a:xfrm rot="10800000" flipV="1">
            <a:off x="337820" y="207010"/>
            <a:ext cx="4637405" cy="403860"/>
          </a:xfrm>
          <a:solidFill>
            <a:srgbClr val="009FB4"/>
          </a:solidFill>
          <a:ln>
            <a:noFill/>
          </a:ln>
          <a:effectLst>
            <a:outerShdw blurRad="44450" dist="27940" dir="5400000"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ctr">
            <a:noAutofit/>
          </a:bodyPr>
          <a:p>
            <a:pPr lvl="0" algn="l">
              <a:buClrTx/>
              <a:buSzTx/>
              <a:buFontTx/>
            </a:pPr>
            <a:r>
              <a:rPr sz="2400">
                <a:sym typeface="+mn-ea"/>
              </a:rPr>
              <a:t>正极</a:t>
            </a:r>
            <a:r>
              <a:rPr sz="2400">
                <a:sym typeface="+mn-ea"/>
              </a:rPr>
              <a:t>多级纠偏联动控制逻辑</a:t>
            </a:r>
            <a:endParaRPr sz="2400">
              <a:sym typeface="+mn-ea"/>
            </a:endParaRPr>
          </a:p>
        </p:txBody>
      </p:sp>
      <p:sp>
        <p:nvSpPr>
          <p:cNvPr id="7" name="菱形 6"/>
          <p:cNvSpPr/>
          <p:nvPr/>
        </p:nvSpPr>
        <p:spPr>
          <a:xfrm>
            <a:off x="4458335" y="1352550"/>
            <a:ext cx="1231265" cy="876300"/>
          </a:xfrm>
          <a:prstGeom prst="diamond">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判定：料线偏差值</a:t>
            </a:r>
            <a:endPar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a:t>
            </a:r>
            <a:endPar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矩形 10"/>
          <p:cNvSpPr/>
          <p:nvPr/>
        </p:nvSpPr>
        <p:spPr>
          <a:xfrm>
            <a:off x="374015" y="1402080"/>
            <a:ext cx="80772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周期</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收集数据一一对应数据：</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矩形 11"/>
          <p:cNvSpPr/>
          <p:nvPr/>
        </p:nvSpPr>
        <p:spPr>
          <a:xfrm>
            <a:off x="3190875" y="1395095"/>
            <a:ext cx="94488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料线偏差值△</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3" name="肘形连接符 12"/>
          <p:cNvCxnSpPr>
            <a:stCxn id="12" idx="3"/>
            <a:endCxn id="7" idx="1"/>
          </p:cNvCxnSpPr>
          <p:nvPr/>
        </p:nvCxnSpPr>
        <p:spPr>
          <a:xfrm>
            <a:off x="4135755" y="1788160"/>
            <a:ext cx="322580" cy="2540"/>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4" name="肘形连接符 13"/>
          <p:cNvCxnSpPr>
            <a:stCxn id="7" idx="3"/>
            <a:endCxn id="24" idx="1"/>
          </p:cNvCxnSpPr>
          <p:nvPr/>
        </p:nvCxnSpPr>
        <p:spPr>
          <a:xfrm flipV="1">
            <a:off x="5689600" y="1242060"/>
            <a:ext cx="582295" cy="548640"/>
          </a:xfrm>
          <a:prstGeom prst="bentConnector3">
            <a:avLst>
              <a:gd name="adj1" fmla="val 50055"/>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5" name="肘形连接符 14"/>
          <p:cNvCxnSpPr>
            <a:stCxn id="7" idx="3"/>
            <a:endCxn id="34" idx="1"/>
          </p:cNvCxnSpPr>
          <p:nvPr/>
        </p:nvCxnSpPr>
        <p:spPr>
          <a:xfrm>
            <a:off x="5689600" y="1790700"/>
            <a:ext cx="582930" cy="70802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6" name="肘形连接符 15"/>
          <p:cNvCxnSpPr>
            <a:stCxn id="65" idx="3"/>
            <a:endCxn id="69" idx="1"/>
          </p:cNvCxnSpPr>
          <p:nvPr/>
        </p:nvCxnSpPr>
        <p:spPr>
          <a:xfrm>
            <a:off x="10508615" y="1242060"/>
            <a:ext cx="765810" cy="56324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flipH="1">
            <a:off x="5689600" y="123825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18" name="文本框 17"/>
          <p:cNvSpPr txBox="1"/>
          <p:nvPr/>
        </p:nvSpPr>
        <p:spPr>
          <a:xfrm flipH="1">
            <a:off x="5689600" y="237299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sp>
        <p:nvSpPr>
          <p:cNvPr id="24" name="矩形 23"/>
          <p:cNvSpPr/>
          <p:nvPr/>
        </p:nvSpPr>
        <p:spPr>
          <a:xfrm>
            <a:off x="6271895" y="966470"/>
            <a:ext cx="1023620" cy="55118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0" rIns="36195" bIns="0" rtlCol="0" anchor="ctr" anchorCtr="0"/>
          <a:p>
            <a:pPr algn="ct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正</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4" name="矩形 33"/>
          <p:cNvSpPr/>
          <p:nvPr/>
        </p:nvSpPr>
        <p:spPr>
          <a:xfrm>
            <a:off x="6272530" y="2182495"/>
            <a:ext cx="1022350" cy="6324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195" tIns="0" rIns="36195" bIns="0" numCol="1" spcCol="0" rtlCol="0" fromWordArt="0" anchor="ctr" anchorCtr="0" forceAA="0" compatLnSpc="1">
            <a:noAutofit/>
          </a:bodyPr>
          <a:p>
            <a:pPr lvl="0" algn="ctr">
              <a:buClrTx/>
              <a:buSzTx/>
              <a:buFontTx/>
            </a:pP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负</a:t>
            </a:r>
            <a:endPar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4" name="菱形 43"/>
          <p:cNvSpPr/>
          <p:nvPr/>
        </p:nvSpPr>
        <p:spPr>
          <a:xfrm>
            <a:off x="7657465" y="923925"/>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正</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7" name="菱形 46"/>
          <p:cNvSpPr/>
          <p:nvPr/>
        </p:nvSpPr>
        <p:spPr>
          <a:xfrm>
            <a:off x="7660640" y="2182495"/>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负</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9" name="肘形连接符 48"/>
          <p:cNvCxnSpPr>
            <a:stCxn id="24" idx="3"/>
            <a:endCxn id="44" idx="1"/>
          </p:cNvCxnSpPr>
          <p:nvPr/>
        </p:nvCxnSpPr>
        <p:spPr>
          <a:xfrm flipV="1">
            <a:off x="7295515" y="1240155"/>
            <a:ext cx="36195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4" name="肘形连接符 53"/>
          <p:cNvCxnSpPr>
            <a:stCxn id="34" idx="3"/>
            <a:endCxn id="47" idx="1"/>
          </p:cNvCxnSpPr>
          <p:nvPr/>
        </p:nvCxnSpPr>
        <p:spPr>
          <a:xfrm>
            <a:off x="7294880" y="2498725"/>
            <a:ext cx="365760" cy="317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8" name="矩形 57"/>
          <p:cNvSpPr/>
          <p:nvPr/>
        </p:nvSpPr>
        <p:spPr>
          <a:xfrm>
            <a:off x="8826500" y="1723390"/>
            <a:ext cx="680720" cy="2311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流程结束</a:t>
            </a:r>
            <a:endPar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9" name="文本框 58"/>
          <p:cNvSpPr txBox="1"/>
          <p:nvPr/>
        </p:nvSpPr>
        <p:spPr>
          <a:xfrm flipH="1">
            <a:off x="8584565" y="1520190"/>
            <a:ext cx="76200" cy="8890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cxnSp>
        <p:nvCxnSpPr>
          <p:cNvPr id="61" name="肘形连接符 60"/>
          <p:cNvCxnSpPr>
            <a:stCxn id="44" idx="2"/>
            <a:endCxn id="58" idx="1"/>
          </p:cNvCxnSpPr>
          <p:nvPr/>
        </p:nvCxnSpPr>
        <p:spPr>
          <a:xfrm rot="5400000" flipV="1">
            <a:off x="8469313" y="1481773"/>
            <a:ext cx="282575" cy="431800"/>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2" name="肘形连接符 61"/>
          <p:cNvCxnSpPr>
            <a:stCxn id="47" idx="0"/>
            <a:endCxn id="58" idx="1"/>
          </p:cNvCxnSpPr>
          <p:nvPr/>
        </p:nvCxnSpPr>
        <p:spPr>
          <a:xfrm rot="16200000">
            <a:off x="8440420" y="1796415"/>
            <a:ext cx="343535" cy="42862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63" name="文本框 62"/>
          <p:cNvSpPr txBox="1"/>
          <p:nvPr/>
        </p:nvSpPr>
        <p:spPr>
          <a:xfrm flipH="1">
            <a:off x="9131935" y="100838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65" name="矩形 64"/>
          <p:cNvSpPr/>
          <p:nvPr/>
        </p:nvSpPr>
        <p:spPr>
          <a:xfrm>
            <a:off x="9631045" y="1008380"/>
            <a:ext cx="877570" cy="4673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endPar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6" name="矩形 65"/>
          <p:cNvSpPr/>
          <p:nvPr/>
        </p:nvSpPr>
        <p:spPr>
          <a:xfrm>
            <a:off x="9631045" y="2258695"/>
            <a:ext cx="876935" cy="47371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67" name="肘形连接符 66"/>
          <p:cNvCxnSpPr>
            <a:stCxn id="44" idx="3"/>
            <a:endCxn id="65" idx="1"/>
          </p:cNvCxnSpPr>
          <p:nvPr/>
        </p:nvCxnSpPr>
        <p:spPr>
          <a:xfrm>
            <a:off x="9131935" y="1240155"/>
            <a:ext cx="49911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8" name="肘形连接符 67"/>
          <p:cNvCxnSpPr>
            <a:stCxn id="47" idx="3"/>
            <a:endCxn id="66" idx="1"/>
          </p:cNvCxnSpPr>
          <p:nvPr/>
        </p:nvCxnSpPr>
        <p:spPr>
          <a:xfrm flipV="1">
            <a:off x="9135110" y="2495550"/>
            <a:ext cx="495935" cy="3175"/>
          </a:xfrm>
          <a:prstGeom prst="bentConnector3">
            <a:avLst>
              <a:gd name="adj1" fmla="val 50064"/>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69" name="矩形 68"/>
          <p:cNvSpPr/>
          <p:nvPr/>
        </p:nvSpPr>
        <p:spPr>
          <a:xfrm>
            <a:off x="11274425" y="1518285"/>
            <a:ext cx="634365" cy="5740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rgbClr val="FF0000"/>
                </a:solidFill>
                <a:latin typeface="微软雅黑" panose="020B0503020204020204" pitchFamily="34" charset="-122"/>
                <a:ea typeface="微软雅黑" panose="020B0503020204020204" pitchFamily="34" charset="-122"/>
                <a:sym typeface="+mn-ea"/>
              </a:rPr>
              <a:t>正极放卷</a:t>
            </a:r>
            <a:r>
              <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纠偏设定中值</a:t>
            </a:r>
            <a:endPar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70" name="肘形连接符 69"/>
          <p:cNvCxnSpPr>
            <a:stCxn id="66" idx="3"/>
            <a:endCxn id="69" idx="1"/>
          </p:cNvCxnSpPr>
          <p:nvPr/>
        </p:nvCxnSpPr>
        <p:spPr>
          <a:xfrm flipV="1">
            <a:off x="10507980" y="1805305"/>
            <a:ext cx="766445" cy="690245"/>
          </a:xfrm>
          <a:prstGeom prst="bentConnector3">
            <a:avLst>
              <a:gd name="adj1" fmla="val 50041"/>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71" name="文本框 70"/>
          <p:cNvSpPr txBox="1"/>
          <p:nvPr/>
        </p:nvSpPr>
        <p:spPr>
          <a:xfrm flipH="1">
            <a:off x="9135110" y="264223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72" name="矩形 71"/>
          <p:cNvSpPr/>
          <p:nvPr/>
        </p:nvSpPr>
        <p:spPr>
          <a:xfrm>
            <a:off x="1630045" y="1397000"/>
            <a:ext cx="114046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筛选</a:t>
            </a:r>
            <a:endPar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检测</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目标</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2mm</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计数采集个数为</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73" name="肘形连接符 72"/>
          <p:cNvCxnSpPr>
            <a:stCxn id="72" idx="3"/>
            <a:endCxn id="12" idx="1"/>
          </p:cNvCxnSpPr>
          <p:nvPr/>
        </p:nvCxnSpPr>
        <p:spPr>
          <a:xfrm flipV="1">
            <a:off x="2770505" y="1788160"/>
            <a:ext cx="42037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75" name="肘形连接符 74"/>
          <p:cNvCxnSpPr>
            <a:endCxn id="72" idx="1"/>
          </p:cNvCxnSpPr>
          <p:nvPr/>
        </p:nvCxnSpPr>
        <p:spPr>
          <a:xfrm>
            <a:off x="1186815" y="1785620"/>
            <a:ext cx="443230" cy="4445"/>
          </a:xfrm>
          <a:prstGeom prst="bentConnector3">
            <a:avLst>
              <a:gd name="adj1" fmla="val 50143"/>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76" name="文本框 75"/>
          <p:cNvSpPr txBox="1"/>
          <p:nvPr/>
        </p:nvSpPr>
        <p:spPr>
          <a:xfrm>
            <a:off x="374015" y="2285365"/>
            <a:ext cx="1645285" cy="467995"/>
          </a:xfrm>
          <a:prstGeom prst="rect">
            <a:avLst/>
          </a:prstGeom>
          <a:solidFill>
            <a:schemeClr val="accent6">
              <a:lumMod val="40000"/>
              <a:lumOff val="60000"/>
            </a:schemeClr>
          </a:solidFill>
        </p:spPr>
        <p:txBody>
          <a:bodyPr wrap="square" rtlCol="0" anchor="t">
            <a:spAutoFit/>
          </a:bodyPr>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正极蛇形</a:t>
            </a:r>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纠偏</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目标：</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正极蛇形</a:t>
            </a:r>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纠偏中值</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7" name="文本框 76"/>
          <p:cNvSpPr txBox="1"/>
          <p:nvPr/>
        </p:nvSpPr>
        <p:spPr>
          <a:xfrm>
            <a:off x="340995" y="796925"/>
            <a:ext cx="5520055" cy="337185"/>
          </a:xfrm>
          <a:prstGeom prst="rect">
            <a:avLst/>
          </a:prstGeom>
          <a:noFill/>
        </p:spPr>
        <p:txBody>
          <a:bodyPr wrap="square" rtlCol="0">
            <a:spAutoFit/>
          </a:bodyPr>
          <a:p>
            <a:pPr marL="285750" indent="-285750">
              <a:buFont typeface="Wingdings" panose="05000000000000000000" charset="0"/>
              <a:buChar char="l"/>
            </a:pPr>
            <a:r>
              <a:rPr lang="zh-CN" altLang="en-US" sz="1600">
                <a:latin typeface="微软雅黑" panose="020B0503020204020204" pitchFamily="34" charset="-122"/>
                <a:ea typeface="微软雅黑" panose="020B0503020204020204" pitchFamily="34" charset="-122"/>
              </a:rPr>
              <a:t>正极</a:t>
            </a:r>
            <a:r>
              <a:rPr lang="zh-CN" altLang="en-US" sz="1600">
                <a:latin typeface="微软雅黑" panose="020B0503020204020204" pitchFamily="34" charset="-122"/>
                <a:ea typeface="微软雅黑" panose="020B0503020204020204" pitchFamily="34" charset="-122"/>
                <a:sym typeface="+mn-ea"/>
              </a:rPr>
              <a:t>蛇形纠偏</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rPr>
              <a:t>和正极</a:t>
            </a:r>
            <a:r>
              <a:rPr lang="zh-CN" sz="1600">
                <a:latin typeface="微软雅黑" panose="020B0503020204020204" pitchFamily="34" charset="-122"/>
                <a:ea typeface="微软雅黑" panose="020B0503020204020204" pitchFamily="34" charset="-122"/>
                <a:sym typeface="+mn-ea"/>
              </a:rPr>
              <a:t>放卷纠偏</a:t>
            </a:r>
            <a:r>
              <a:rPr lang="zh-CN" altLang="en-US" sz="1600">
                <a:latin typeface="微软雅黑" panose="020B0503020204020204" pitchFamily="34" charset="-122"/>
                <a:ea typeface="微软雅黑" panose="020B0503020204020204" pitchFamily="34" charset="-122"/>
              </a:rPr>
              <a:t>的反馈控制流程</a:t>
            </a:r>
            <a:endParaRPr lang="zh-CN" altLang="en-US" sz="1600">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标题 38"/>
          <p:cNvSpPr>
            <a:spLocks noGrp="1"/>
          </p:cNvSpPr>
          <p:nvPr>
            <p:ph type="title"/>
          </p:nvPr>
        </p:nvSpPr>
        <p:spPr>
          <a:xfrm rot="10800000" flipV="1">
            <a:off x="337820" y="207010"/>
            <a:ext cx="4512310" cy="403860"/>
          </a:xfrm>
        </p:spPr>
        <p:txBody>
          <a:bodyPr/>
          <a:p>
            <a:r>
              <a:rPr sz="2400">
                <a:sym typeface="+mn-ea"/>
              </a:rPr>
              <a:t>负极多级纠偏联动控制逻辑</a:t>
            </a:r>
            <a:endParaRPr sz="2400">
              <a:sym typeface="+mn-ea"/>
            </a:endParaRPr>
          </a:p>
        </p:txBody>
      </p:sp>
      <p:sp>
        <p:nvSpPr>
          <p:cNvPr id="4" name="菱形 3"/>
          <p:cNvSpPr/>
          <p:nvPr/>
        </p:nvSpPr>
        <p:spPr>
          <a:xfrm>
            <a:off x="4441825" y="1268095"/>
            <a:ext cx="1231265" cy="876300"/>
          </a:xfrm>
          <a:prstGeom prst="diamond">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判定：料线偏差值</a:t>
            </a:r>
            <a:endPar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a:t>
            </a:r>
            <a:endPar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4" name="矩形 63"/>
          <p:cNvSpPr/>
          <p:nvPr/>
        </p:nvSpPr>
        <p:spPr>
          <a:xfrm>
            <a:off x="357505" y="1317625"/>
            <a:ext cx="80772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周期</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收集数据一一对应数据：</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4" name="矩形 73"/>
          <p:cNvSpPr/>
          <p:nvPr/>
        </p:nvSpPr>
        <p:spPr>
          <a:xfrm>
            <a:off x="3174365" y="1310640"/>
            <a:ext cx="94488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料线偏差值△</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81" name="肘形连接符 80"/>
          <p:cNvCxnSpPr>
            <a:stCxn id="74" idx="3"/>
            <a:endCxn id="4" idx="1"/>
          </p:cNvCxnSpPr>
          <p:nvPr/>
        </p:nvCxnSpPr>
        <p:spPr>
          <a:xfrm>
            <a:off x="4119245" y="1703705"/>
            <a:ext cx="322580" cy="2540"/>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91" name="肘形连接符 190"/>
          <p:cNvCxnSpPr>
            <a:stCxn id="4" idx="3"/>
            <a:endCxn id="31" idx="1"/>
          </p:cNvCxnSpPr>
          <p:nvPr/>
        </p:nvCxnSpPr>
        <p:spPr>
          <a:xfrm flipV="1">
            <a:off x="5673090" y="1157605"/>
            <a:ext cx="582295" cy="548640"/>
          </a:xfrm>
          <a:prstGeom prst="bentConnector3">
            <a:avLst>
              <a:gd name="adj1" fmla="val 50055"/>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93" name="肘形连接符 192"/>
          <p:cNvCxnSpPr>
            <a:stCxn id="4" idx="3"/>
            <a:endCxn id="32" idx="1"/>
          </p:cNvCxnSpPr>
          <p:nvPr/>
        </p:nvCxnSpPr>
        <p:spPr>
          <a:xfrm>
            <a:off x="5673090" y="1706245"/>
            <a:ext cx="582930" cy="70802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75" name="肘形连接符 174"/>
          <p:cNvCxnSpPr>
            <a:stCxn id="45" idx="3"/>
            <a:endCxn id="51" idx="1"/>
          </p:cNvCxnSpPr>
          <p:nvPr/>
        </p:nvCxnSpPr>
        <p:spPr>
          <a:xfrm>
            <a:off x="10492105" y="1157605"/>
            <a:ext cx="765810" cy="56324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flipH="1">
            <a:off x="5673090" y="115379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28" name="文本框 27"/>
          <p:cNvSpPr txBox="1"/>
          <p:nvPr/>
        </p:nvSpPr>
        <p:spPr>
          <a:xfrm flipH="1">
            <a:off x="5673090" y="228854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sp>
        <p:nvSpPr>
          <p:cNvPr id="31" name="矩形 30"/>
          <p:cNvSpPr/>
          <p:nvPr/>
        </p:nvSpPr>
        <p:spPr>
          <a:xfrm>
            <a:off x="6255385" y="882015"/>
            <a:ext cx="1023620" cy="55118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0" rIns="36195" bIns="0" rtlCol="0" anchor="ctr" anchorCtr="0"/>
          <a:p>
            <a:pPr algn="ct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正</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2" name="矩形 31"/>
          <p:cNvSpPr/>
          <p:nvPr/>
        </p:nvSpPr>
        <p:spPr>
          <a:xfrm>
            <a:off x="6256020" y="2098040"/>
            <a:ext cx="1022350" cy="6324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195" tIns="0" rIns="36195" bIns="0" numCol="1" spcCol="0" rtlCol="0" fromWordArt="0" anchor="ctr" anchorCtr="0" forceAA="0" compatLnSpc="1">
            <a:noAutofit/>
          </a:bodyPr>
          <a:p>
            <a:pPr lvl="0" algn="ctr">
              <a:buClrTx/>
              <a:buSzTx/>
              <a:buFontTx/>
            </a:pP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负</a:t>
            </a:r>
            <a:endPar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3" name="菱形 32"/>
          <p:cNvSpPr/>
          <p:nvPr/>
        </p:nvSpPr>
        <p:spPr>
          <a:xfrm>
            <a:off x="7640955" y="839470"/>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正</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5" name="菱形 34"/>
          <p:cNvSpPr/>
          <p:nvPr/>
        </p:nvSpPr>
        <p:spPr>
          <a:xfrm>
            <a:off x="7644130" y="2098040"/>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负</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36" name="肘形连接符 35"/>
          <p:cNvCxnSpPr>
            <a:stCxn id="31" idx="3"/>
            <a:endCxn id="33" idx="1"/>
          </p:cNvCxnSpPr>
          <p:nvPr/>
        </p:nvCxnSpPr>
        <p:spPr>
          <a:xfrm flipV="1">
            <a:off x="7279005" y="1155700"/>
            <a:ext cx="36195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37" name="肘形连接符 36"/>
          <p:cNvCxnSpPr>
            <a:stCxn id="32" idx="3"/>
            <a:endCxn id="35" idx="1"/>
          </p:cNvCxnSpPr>
          <p:nvPr/>
        </p:nvCxnSpPr>
        <p:spPr>
          <a:xfrm>
            <a:off x="7278370" y="2414270"/>
            <a:ext cx="365760" cy="317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38" name="矩形 37"/>
          <p:cNvSpPr/>
          <p:nvPr/>
        </p:nvSpPr>
        <p:spPr>
          <a:xfrm>
            <a:off x="8809990" y="1638935"/>
            <a:ext cx="680720" cy="2311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流程结束</a:t>
            </a:r>
            <a:endPar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0" name="文本框 39"/>
          <p:cNvSpPr txBox="1"/>
          <p:nvPr/>
        </p:nvSpPr>
        <p:spPr>
          <a:xfrm flipH="1">
            <a:off x="8568055" y="1435735"/>
            <a:ext cx="76200" cy="8890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cxnSp>
        <p:nvCxnSpPr>
          <p:cNvPr id="41" name="肘形连接符 40"/>
          <p:cNvCxnSpPr>
            <a:stCxn id="33" idx="2"/>
            <a:endCxn id="38" idx="1"/>
          </p:cNvCxnSpPr>
          <p:nvPr/>
        </p:nvCxnSpPr>
        <p:spPr>
          <a:xfrm rot="5400000" flipV="1">
            <a:off x="8452803" y="1397318"/>
            <a:ext cx="282575" cy="431800"/>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42" name="肘形连接符 41"/>
          <p:cNvCxnSpPr>
            <a:stCxn id="35" idx="0"/>
            <a:endCxn id="38" idx="1"/>
          </p:cNvCxnSpPr>
          <p:nvPr/>
        </p:nvCxnSpPr>
        <p:spPr>
          <a:xfrm rot="16200000">
            <a:off x="8423910" y="1711960"/>
            <a:ext cx="343535" cy="42862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flipH="1">
            <a:off x="9115425" y="92392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45" name="矩形 44"/>
          <p:cNvSpPr/>
          <p:nvPr/>
        </p:nvSpPr>
        <p:spPr>
          <a:xfrm>
            <a:off x="9614535" y="923925"/>
            <a:ext cx="877570" cy="4673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endPar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6" name="矩形 45"/>
          <p:cNvSpPr/>
          <p:nvPr/>
        </p:nvSpPr>
        <p:spPr>
          <a:xfrm>
            <a:off x="9614535" y="2174240"/>
            <a:ext cx="876935" cy="47371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8" name="肘形连接符 47"/>
          <p:cNvCxnSpPr>
            <a:stCxn id="33" idx="3"/>
            <a:endCxn id="45" idx="1"/>
          </p:cNvCxnSpPr>
          <p:nvPr/>
        </p:nvCxnSpPr>
        <p:spPr>
          <a:xfrm>
            <a:off x="9115425" y="1155700"/>
            <a:ext cx="49911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0" name="肘形连接符 49"/>
          <p:cNvCxnSpPr>
            <a:stCxn id="35" idx="3"/>
            <a:endCxn id="46" idx="1"/>
          </p:cNvCxnSpPr>
          <p:nvPr/>
        </p:nvCxnSpPr>
        <p:spPr>
          <a:xfrm flipV="1">
            <a:off x="9118600" y="2411095"/>
            <a:ext cx="495935" cy="3175"/>
          </a:xfrm>
          <a:prstGeom prst="bentConnector3">
            <a:avLst>
              <a:gd name="adj1" fmla="val 50064"/>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1" name="矩形 50"/>
          <p:cNvSpPr/>
          <p:nvPr/>
        </p:nvSpPr>
        <p:spPr>
          <a:xfrm>
            <a:off x="11257915" y="1433830"/>
            <a:ext cx="634365" cy="5740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rgbClr val="FF0000"/>
                </a:solidFill>
                <a:latin typeface="微软雅黑" panose="020B0503020204020204" pitchFamily="34" charset="-122"/>
                <a:ea typeface="微软雅黑" panose="020B0503020204020204" pitchFamily="34" charset="-122"/>
                <a:sym typeface="+mn-ea"/>
              </a:rPr>
              <a:t>负极蛇形纠偏</a:t>
            </a:r>
            <a:r>
              <a:rPr lang="en-US" altLang="zh-CN" sz="1000" b="1">
                <a:solidFill>
                  <a:srgbClr val="FF0000"/>
                </a:solidFill>
                <a:latin typeface="微软雅黑" panose="020B0503020204020204" pitchFamily="34" charset="-122"/>
                <a:ea typeface="微软雅黑" panose="020B0503020204020204" pitchFamily="34" charset="-122"/>
                <a:sym typeface="+mn-ea"/>
              </a:rPr>
              <a:t>3</a:t>
            </a:r>
            <a:r>
              <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纠偏设定中值</a:t>
            </a:r>
            <a:endPar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52" name="肘形连接符 51"/>
          <p:cNvCxnSpPr>
            <a:stCxn id="46" idx="3"/>
            <a:endCxn id="51" idx="1"/>
          </p:cNvCxnSpPr>
          <p:nvPr/>
        </p:nvCxnSpPr>
        <p:spPr>
          <a:xfrm flipV="1">
            <a:off x="10491470" y="1720850"/>
            <a:ext cx="766445" cy="690245"/>
          </a:xfrm>
          <a:prstGeom prst="bentConnector3">
            <a:avLst>
              <a:gd name="adj1" fmla="val 50041"/>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3" name="文本框 52"/>
          <p:cNvSpPr txBox="1"/>
          <p:nvPr/>
        </p:nvSpPr>
        <p:spPr>
          <a:xfrm flipH="1">
            <a:off x="9118600" y="255778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55" name="矩形 54"/>
          <p:cNvSpPr/>
          <p:nvPr/>
        </p:nvSpPr>
        <p:spPr>
          <a:xfrm>
            <a:off x="1613535" y="1312545"/>
            <a:ext cx="114046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筛选</a:t>
            </a:r>
            <a:endPar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检测</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目标</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2mm</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计数采集个数为</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56" name="肘形连接符 55"/>
          <p:cNvCxnSpPr>
            <a:stCxn id="55" idx="3"/>
            <a:endCxn id="74" idx="1"/>
          </p:cNvCxnSpPr>
          <p:nvPr/>
        </p:nvCxnSpPr>
        <p:spPr>
          <a:xfrm flipV="1">
            <a:off x="2753995" y="1703705"/>
            <a:ext cx="42037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7" name="肘形连接符 56"/>
          <p:cNvCxnSpPr>
            <a:endCxn id="55" idx="1"/>
          </p:cNvCxnSpPr>
          <p:nvPr/>
        </p:nvCxnSpPr>
        <p:spPr>
          <a:xfrm>
            <a:off x="1170305" y="1701165"/>
            <a:ext cx="443230" cy="4445"/>
          </a:xfrm>
          <a:prstGeom prst="bentConnector3">
            <a:avLst>
              <a:gd name="adj1" fmla="val 50143"/>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357505" y="2200910"/>
            <a:ext cx="1645285" cy="467995"/>
          </a:xfrm>
          <a:prstGeom prst="rect">
            <a:avLst/>
          </a:prstGeom>
          <a:solidFill>
            <a:schemeClr val="accent6">
              <a:lumMod val="40000"/>
              <a:lumOff val="60000"/>
            </a:schemeClr>
          </a:solidFill>
        </p:spPr>
        <p:txBody>
          <a:bodyPr wrap="square" rtlCol="0" anchor="t">
            <a:spAutoFit/>
          </a:bodyPr>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负极</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入卷纠偏实时值</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目标：</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负极入卷纠偏中值</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文本框 5"/>
          <p:cNvSpPr txBox="1"/>
          <p:nvPr/>
        </p:nvSpPr>
        <p:spPr>
          <a:xfrm>
            <a:off x="324485" y="712470"/>
            <a:ext cx="5520055" cy="337185"/>
          </a:xfrm>
          <a:prstGeom prst="rect">
            <a:avLst/>
          </a:prstGeom>
          <a:noFill/>
        </p:spPr>
        <p:txBody>
          <a:bodyPr wrap="square" rtlCol="0">
            <a:spAutoFit/>
          </a:bodyPr>
          <a:p>
            <a:pPr marL="285750" indent="-285750">
              <a:buFont typeface="Wingdings" panose="05000000000000000000" charset="0"/>
              <a:buChar char="l"/>
            </a:pPr>
            <a:r>
              <a:rPr lang="zh-CN" altLang="en-US" sz="1600">
                <a:latin typeface="微软雅黑" panose="020B0503020204020204" pitchFamily="34" charset="-122"/>
                <a:ea typeface="微软雅黑" panose="020B0503020204020204" pitchFamily="34" charset="-122"/>
              </a:rPr>
              <a:t>负极入料纠偏和负极蛇形纠偏</a:t>
            </a:r>
            <a:r>
              <a:rPr lang="en-US" altLang="zh-CN" sz="1600">
                <a:latin typeface="微软雅黑" panose="020B0503020204020204" pitchFamily="34" charset="-122"/>
                <a:ea typeface="微软雅黑" panose="020B0503020204020204" pitchFamily="34" charset="-122"/>
              </a:rPr>
              <a:t>3</a:t>
            </a:r>
            <a:r>
              <a:rPr lang="zh-CN" altLang="en-US" sz="1600">
                <a:latin typeface="微软雅黑" panose="020B0503020204020204" pitchFamily="34" charset="-122"/>
                <a:ea typeface="微软雅黑" panose="020B0503020204020204" pitchFamily="34" charset="-122"/>
              </a:rPr>
              <a:t>的反馈控制流程</a:t>
            </a:r>
            <a:endParaRPr lang="zh-CN" altLang="en-US" sz="1600">
              <a:latin typeface="微软雅黑" panose="020B0503020204020204" pitchFamily="34" charset="-122"/>
              <a:ea typeface="微软雅黑" panose="020B0503020204020204" pitchFamily="34" charset="-122"/>
            </a:endParaRPr>
          </a:p>
        </p:txBody>
      </p:sp>
      <p:sp>
        <p:nvSpPr>
          <p:cNvPr id="7" name="菱形 6"/>
          <p:cNvSpPr/>
          <p:nvPr/>
        </p:nvSpPr>
        <p:spPr>
          <a:xfrm>
            <a:off x="4458335" y="4324350"/>
            <a:ext cx="1231265" cy="876300"/>
          </a:xfrm>
          <a:prstGeom prst="diamond">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判定：料线偏差值</a:t>
            </a:r>
            <a:endPar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a:t>
            </a:r>
            <a:endPar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矩形 10"/>
          <p:cNvSpPr/>
          <p:nvPr/>
        </p:nvSpPr>
        <p:spPr>
          <a:xfrm>
            <a:off x="374015" y="4373880"/>
            <a:ext cx="80772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周期</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收集数据一一对应数据：</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矩形 11"/>
          <p:cNvSpPr/>
          <p:nvPr/>
        </p:nvSpPr>
        <p:spPr>
          <a:xfrm>
            <a:off x="3190875" y="4366895"/>
            <a:ext cx="94488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料线偏差值△</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3" name="肘形连接符 12"/>
          <p:cNvCxnSpPr>
            <a:stCxn id="12" idx="3"/>
            <a:endCxn id="7" idx="1"/>
          </p:cNvCxnSpPr>
          <p:nvPr/>
        </p:nvCxnSpPr>
        <p:spPr>
          <a:xfrm>
            <a:off x="4135755" y="4759960"/>
            <a:ext cx="322580" cy="2540"/>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4" name="肘形连接符 13"/>
          <p:cNvCxnSpPr>
            <a:stCxn id="7" idx="3"/>
            <a:endCxn id="24" idx="1"/>
          </p:cNvCxnSpPr>
          <p:nvPr/>
        </p:nvCxnSpPr>
        <p:spPr>
          <a:xfrm flipV="1">
            <a:off x="5689600" y="4213860"/>
            <a:ext cx="582295" cy="548640"/>
          </a:xfrm>
          <a:prstGeom prst="bentConnector3">
            <a:avLst>
              <a:gd name="adj1" fmla="val 50055"/>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5" name="肘形连接符 14"/>
          <p:cNvCxnSpPr>
            <a:stCxn id="7" idx="3"/>
            <a:endCxn id="34" idx="1"/>
          </p:cNvCxnSpPr>
          <p:nvPr/>
        </p:nvCxnSpPr>
        <p:spPr>
          <a:xfrm>
            <a:off x="5689600" y="4762500"/>
            <a:ext cx="582930" cy="70802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6" name="肘形连接符 15"/>
          <p:cNvCxnSpPr>
            <a:stCxn id="65" idx="3"/>
            <a:endCxn id="69" idx="1"/>
          </p:cNvCxnSpPr>
          <p:nvPr/>
        </p:nvCxnSpPr>
        <p:spPr>
          <a:xfrm>
            <a:off x="10508615" y="4213860"/>
            <a:ext cx="765810" cy="56324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flipH="1">
            <a:off x="5689600" y="421005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18" name="文本框 17"/>
          <p:cNvSpPr txBox="1"/>
          <p:nvPr/>
        </p:nvSpPr>
        <p:spPr>
          <a:xfrm flipH="1">
            <a:off x="5689600" y="534479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sp>
        <p:nvSpPr>
          <p:cNvPr id="24" name="矩形 23"/>
          <p:cNvSpPr/>
          <p:nvPr/>
        </p:nvSpPr>
        <p:spPr>
          <a:xfrm>
            <a:off x="6271895" y="3938270"/>
            <a:ext cx="1023620" cy="55118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0" rIns="36195" bIns="0" rtlCol="0" anchor="ctr" anchorCtr="0"/>
          <a:p>
            <a:pPr algn="ct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正</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4" name="矩形 33"/>
          <p:cNvSpPr/>
          <p:nvPr/>
        </p:nvSpPr>
        <p:spPr>
          <a:xfrm>
            <a:off x="6272530" y="5154295"/>
            <a:ext cx="1022350" cy="6324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195" tIns="0" rIns="36195" bIns="0" numCol="1" spcCol="0" rtlCol="0" fromWordArt="0" anchor="ctr" anchorCtr="0" forceAA="0" compatLnSpc="1">
            <a:noAutofit/>
          </a:bodyPr>
          <a:p>
            <a:pPr lvl="0" algn="ctr">
              <a:buClrTx/>
              <a:buSzTx/>
              <a:buFontTx/>
            </a:pP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负</a:t>
            </a:r>
            <a:endPar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4" name="菱形 43"/>
          <p:cNvSpPr/>
          <p:nvPr/>
        </p:nvSpPr>
        <p:spPr>
          <a:xfrm>
            <a:off x="7657465" y="3895725"/>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正</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7" name="菱形 46"/>
          <p:cNvSpPr/>
          <p:nvPr/>
        </p:nvSpPr>
        <p:spPr>
          <a:xfrm>
            <a:off x="7660640" y="5154295"/>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负</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9" name="肘形连接符 48"/>
          <p:cNvCxnSpPr>
            <a:stCxn id="24" idx="3"/>
            <a:endCxn id="44" idx="1"/>
          </p:cNvCxnSpPr>
          <p:nvPr/>
        </p:nvCxnSpPr>
        <p:spPr>
          <a:xfrm flipV="1">
            <a:off x="7295515" y="4211955"/>
            <a:ext cx="36195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4" name="肘形连接符 53"/>
          <p:cNvCxnSpPr>
            <a:stCxn id="34" idx="3"/>
            <a:endCxn id="47" idx="1"/>
          </p:cNvCxnSpPr>
          <p:nvPr/>
        </p:nvCxnSpPr>
        <p:spPr>
          <a:xfrm>
            <a:off x="7294880" y="5470525"/>
            <a:ext cx="365760" cy="317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8" name="矩形 57"/>
          <p:cNvSpPr/>
          <p:nvPr/>
        </p:nvSpPr>
        <p:spPr>
          <a:xfrm>
            <a:off x="8826500" y="4695190"/>
            <a:ext cx="680720" cy="2311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流程结束</a:t>
            </a:r>
            <a:endPar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9" name="文本框 58"/>
          <p:cNvSpPr txBox="1"/>
          <p:nvPr/>
        </p:nvSpPr>
        <p:spPr>
          <a:xfrm flipH="1">
            <a:off x="8584565" y="4491990"/>
            <a:ext cx="76200" cy="8890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cxnSp>
        <p:nvCxnSpPr>
          <p:cNvPr id="61" name="肘形连接符 60"/>
          <p:cNvCxnSpPr>
            <a:stCxn id="44" idx="2"/>
            <a:endCxn id="58" idx="1"/>
          </p:cNvCxnSpPr>
          <p:nvPr/>
        </p:nvCxnSpPr>
        <p:spPr>
          <a:xfrm rot="5400000" flipV="1">
            <a:off x="8469313" y="4453573"/>
            <a:ext cx="282575" cy="431800"/>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2" name="肘形连接符 61"/>
          <p:cNvCxnSpPr>
            <a:stCxn id="47" idx="0"/>
            <a:endCxn id="58" idx="1"/>
          </p:cNvCxnSpPr>
          <p:nvPr/>
        </p:nvCxnSpPr>
        <p:spPr>
          <a:xfrm rot="16200000">
            <a:off x="8440420" y="4768215"/>
            <a:ext cx="343535" cy="42862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63" name="文本框 62"/>
          <p:cNvSpPr txBox="1"/>
          <p:nvPr/>
        </p:nvSpPr>
        <p:spPr>
          <a:xfrm flipH="1">
            <a:off x="9131935" y="398018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65" name="矩形 64"/>
          <p:cNvSpPr/>
          <p:nvPr/>
        </p:nvSpPr>
        <p:spPr>
          <a:xfrm>
            <a:off x="9631045" y="3980180"/>
            <a:ext cx="877570" cy="4673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endPar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6" name="矩形 65"/>
          <p:cNvSpPr/>
          <p:nvPr/>
        </p:nvSpPr>
        <p:spPr>
          <a:xfrm>
            <a:off x="9631045" y="5230495"/>
            <a:ext cx="876935" cy="47371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67" name="肘形连接符 66"/>
          <p:cNvCxnSpPr>
            <a:stCxn id="44" idx="3"/>
            <a:endCxn id="65" idx="1"/>
          </p:cNvCxnSpPr>
          <p:nvPr/>
        </p:nvCxnSpPr>
        <p:spPr>
          <a:xfrm>
            <a:off x="9131935" y="4211955"/>
            <a:ext cx="49911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8" name="肘形连接符 67"/>
          <p:cNvCxnSpPr>
            <a:stCxn id="47" idx="3"/>
            <a:endCxn id="66" idx="1"/>
          </p:cNvCxnSpPr>
          <p:nvPr/>
        </p:nvCxnSpPr>
        <p:spPr>
          <a:xfrm flipV="1">
            <a:off x="9135110" y="5467350"/>
            <a:ext cx="495935" cy="3175"/>
          </a:xfrm>
          <a:prstGeom prst="bentConnector3">
            <a:avLst>
              <a:gd name="adj1" fmla="val 50064"/>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69" name="矩形 68"/>
          <p:cNvSpPr/>
          <p:nvPr/>
        </p:nvSpPr>
        <p:spPr>
          <a:xfrm>
            <a:off x="11274425" y="4490085"/>
            <a:ext cx="634365" cy="5740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rgbClr val="FF0000"/>
                </a:solidFill>
                <a:latin typeface="微软雅黑" panose="020B0503020204020204" pitchFamily="34" charset="-122"/>
                <a:ea typeface="微软雅黑" panose="020B0503020204020204" pitchFamily="34" charset="-122"/>
                <a:sym typeface="+mn-ea"/>
              </a:rPr>
              <a:t>负极蛇形纠偏</a:t>
            </a:r>
            <a:r>
              <a:rPr lang="en-US" altLang="zh-CN" sz="1000" b="1">
                <a:solidFill>
                  <a:srgbClr val="FF0000"/>
                </a:solidFill>
                <a:latin typeface="微软雅黑" panose="020B0503020204020204" pitchFamily="34" charset="-122"/>
                <a:ea typeface="微软雅黑" panose="020B0503020204020204" pitchFamily="34" charset="-122"/>
                <a:sym typeface="+mn-ea"/>
              </a:rPr>
              <a:t>2</a:t>
            </a:r>
            <a:r>
              <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纠偏设定中值</a:t>
            </a:r>
            <a:endPar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70" name="肘形连接符 69"/>
          <p:cNvCxnSpPr>
            <a:stCxn id="66" idx="3"/>
            <a:endCxn id="69" idx="1"/>
          </p:cNvCxnSpPr>
          <p:nvPr/>
        </p:nvCxnSpPr>
        <p:spPr>
          <a:xfrm flipV="1">
            <a:off x="10507980" y="4777105"/>
            <a:ext cx="766445" cy="690245"/>
          </a:xfrm>
          <a:prstGeom prst="bentConnector3">
            <a:avLst>
              <a:gd name="adj1" fmla="val 50041"/>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71" name="文本框 70"/>
          <p:cNvSpPr txBox="1"/>
          <p:nvPr/>
        </p:nvSpPr>
        <p:spPr>
          <a:xfrm flipH="1">
            <a:off x="9135110" y="561403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72" name="矩形 71"/>
          <p:cNvSpPr/>
          <p:nvPr/>
        </p:nvSpPr>
        <p:spPr>
          <a:xfrm>
            <a:off x="1630045" y="4368800"/>
            <a:ext cx="114046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筛选</a:t>
            </a:r>
            <a:endPar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检测</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目标</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2mm</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计数采集个数为</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73" name="肘形连接符 72"/>
          <p:cNvCxnSpPr>
            <a:stCxn id="72" idx="3"/>
            <a:endCxn id="12" idx="1"/>
          </p:cNvCxnSpPr>
          <p:nvPr/>
        </p:nvCxnSpPr>
        <p:spPr>
          <a:xfrm flipV="1">
            <a:off x="2770505" y="4759960"/>
            <a:ext cx="42037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75" name="肘形连接符 74"/>
          <p:cNvCxnSpPr>
            <a:endCxn id="72" idx="1"/>
          </p:cNvCxnSpPr>
          <p:nvPr/>
        </p:nvCxnSpPr>
        <p:spPr>
          <a:xfrm>
            <a:off x="1186815" y="4757420"/>
            <a:ext cx="443230" cy="4445"/>
          </a:xfrm>
          <a:prstGeom prst="bentConnector3">
            <a:avLst>
              <a:gd name="adj1" fmla="val 50143"/>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76" name="文本框 75"/>
          <p:cNvSpPr txBox="1"/>
          <p:nvPr/>
        </p:nvSpPr>
        <p:spPr>
          <a:xfrm>
            <a:off x="374015" y="5257165"/>
            <a:ext cx="1645285" cy="467995"/>
          </a:xfrm>
          <a:prstGeom prst="rect">
            <a:avLst/>
          </a:prstGeom>
          <a:solidFill>
            <a:schemeClr val="accent6">
              <a:lumMod val="40000"/>
              <a:lumOff val="60000"/>
            </a:schemeClr>
          </a:solidFill>
        </p:spPr>
        <p:txBody>
          <a:bodyPr wrap="square" rtlCol="0" anchor="t">
            <a:spAutoFit/>
          </a:bodyPr>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负极蛇形</a:t>
            </a:r>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纠偏</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目标：</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负极蛇形</a:t>
            </a:r>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纠偏中值</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7" name="文本框 76"/>
          <p:cNvSpPr txBox="1"/>
          <p:nvPr/>
        </p:nvSpPr>
        <p:spPr>
          <a:xfrm>
            <a:off x="340995" y="3768725"/>
            <a:ext cx="5520055" cy="337185"/>
          </a:xfrm>
          <a:prstGeom prst="rect">
            <a:avLst/>
          </a:prstGeom>
          <a:noFill/>
        </p:spPr>
        <p:txBody>
          <a:bodyPr wrap="square" rtlCol="0">
            <a:spAutoFit/>
          </a:bodyPr>
          <a:p>
            <a:pPr marL="285750" indent="-285750">
              <a:buFont typeface="Wingdings" panose="05000000000000000000" charset="0"/>
              <a:buChar char="l"/>
            </a:pPr>
            <a:r>
              <a:rPr lang="zh-CN" altLang="en-US" sz="1600">
                <a:latin typeface="微软雅黑" panose="020B0503020204020204" pitchFamily="34" charset="-122"/>
                <a:ea typeface="微软雅黑" panose="020B0503020204020204" pitchFamily="34" charset="-122"/>
                <a:sym typeface="+mn-ea"/>
              </a:rPr>
              <a:t>负极蛇形纠偏</a:t>
            </a:r>
            <a:r>
              <a:rPr lang="en-US" altLang="zh-CN" sz="1600">
                <a:latin typeface="微软雅黑" panose="020B0503020204020204" pitchFamily="34" charset="-122"/>
                <a:ea typeface="微软雅黑" panose="020B0503020204020204" pitchFamily="34" charset="-122"/>
                <a:sym typeface="+mn-ea"/>
              </a:rPr>
              <a:t>3</a:t>
            </a:r>
            <a:r>
              <a:rPr lang="zh-CN" altLang="en-US" sz="1600">
                <a:latin typeface="微软雅黑" panose="020B0503020204020204" pitchFamily="34" charset="-122"/>
                <a:ea typeface="微软雅黑" panose="020B0503020204020204" pitchFamily="34" charset="-122"/>
              </a:rPr>
              <a:t>和负极蛇形纠偏</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的反馈控制流程</a:t>
            </a:r>
            <a:endParaRPr lang="zh-CN" altLang="en-US" sz="1600">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标题 38"/>
          <p:cNvSpPr>
            <a:spLocks noGrp="1"/>
          </p:cNvSpPr>
          <p:nvPr>
            <p:ph type="title"/>
          </p:nvPr>
        </p:nvSpPr>
        <p:spPr>
          <a:xfrm rot="10800000" flipV="1">
            <a:off x="337820" y="207010"/>
            <a:ext cx="4637405" cy="403860"/>
          </a:xfrm>
          <a:solidFill>
            <a:srgbClr val="009FB4"/>
          </a:solidFill>
          <a:ln>
            <a:noFill/>
          </a:ln>
          <a:effectLst>
            <a:outerShdw blurRad="44450" dist="27940" dir="5400000"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ctr">
            <a:noAutofit/>
          </a:bodyPr>
          <a:p>
            <a:pPr lvl="0" algn="l">
              <a:buClrTx/>
              <a:buSzTx/>
              <a:buFontTx/>
            </a:pPr>
            <a:r>
              <a:rPr sz="2400">
                <a:sym typeface="+mn-ea"/>
              </a:rPr>
              <a:t>负极多级纠偏联动控制逻辑</a:t>
            </a:r>
            <a:endParaRPr sz="2400">
              <a:sym typeface="+mn-ea"/>
            </a:endParaRPr>
          </a:p>
        </p:txBody>
      </p:sp>
      <p:sp>
        <p:nvSpPr>
          <p:cNvPr id="4" name="菱形 3"/>
          <p:cNvSpPr/>
          <p:nvPr/>
        </p:nvSpPr>
        <p:spPr>
          <a:xfrm>
            <a:off x="4441825" y="1268095"/>
            <a:ext cx="1231265" cy="876300"/>
          </a:xfrm>
          <a:prstGeom prst="diamond">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判定：料线偏差值</a:t>
            </a:r>
            <a:endPar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a:t>
            </a:r>
            <a:endPar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4" name="矩形 63"/>
          <p:cNvSpPr/>
          <p:nvPr/>
        </p:nvSpPr>
        <p:spPr>
          <a:xfrm>
            <a:off x="357505" y="1317625"/>
            <a:ext cx="80772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周期</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收集数据一一对应数据：</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4" name="矩形 73"/>
          <p:cNvSpPr/>
          <p:nvPr/>
        </p:nvSpPr>
        <p:spPr>
          <a:xfrm>
            <a:off x="3174365" y="1310640"/>
            <a:ext cx="94488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料线偏差值△</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81" name="肘形连接符 80"/>
          <p:cNvCxnSpPr>
            <a:stCxn id="74" idx="3"/>
            <a:endCxn id="4" idx="1"/>
          </p:cNvCxnSpPr>
          <p:nvPr/>
        </p:nvCxnSpPr>
        <p:spPr>
          <a:xfrm>
            <a:off x="4119245" y="1703705"/>
            <a:ext cx="322580" cy="2540"/>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91" name="肘形连接符 190"/>
          <p:cNvCxnSpPr>
            <a:stCxn id="4" idx="3"/>
            <a:endCxn id="31" idx="1"/>
          </p:cNvCxnSpPr>
          <p:nvPr/>
        </p:nvCxnSpPr>
        <p:spPr>
          <a:xfrm flipV="1">
            <a:off x="5673090" y="1157605"/>
            <a:ext cx="582295" cy="548640"/>
          </a:xfrm>
          <a:prstGeom prst="bentConnector3">
            <a:avLst>
              <a:gd name="adj1" fmla="val 50055"/>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93" name="肘形连接符 192"/>
          <p:cNvCxnSpPr>
            <a:stCxn id="4" idx="3"/>
            <a:endCxn id="32" idx="1"/>
          </p:cNvCxnSpPr>
          <p:nvPr/>
        </p:nvCxnSpPr>
        <p:spPr>
          <a:xfrm>
            <a:off x="5673090" y="1706245"/>
            <a:ext cx="582930" cy="70802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75" name="肘形连接符 174"/>
          <p:cNvCxnSpPr>
            <a:stCxn id="45" idx="3"/>
            <a:endCxn id="51" idx="1"/>
          </p:cNvCxnSpPr>
          <p:nvPr/>
        </p:nvCxnSpPr>
        <p:spPr>
          <a:xfrm>
            <a:off x="10492105" y="1157605"/>
            <a:ext cx="765810" cy="56324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flipH="1">
            <a:off x="5673090" y="115379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28" name="文本框 27"/>
          <p:cNvSpPr txBox="1"/>
          <p:nvPr/>
        </p:nvSpPr>
        <p:spPr>
          <a:xfrm flipH="1">
            <a:off x="5673090" y="228854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sp>
        <p:nvSpPr>
          <p:cNvPr id="31" name="矩形 30"/>
          <p:cNvSpPr/>
          <p:nvPr/>
        </p:nvSpPr>
        <p:spPr>
          <a:xfrm>
            <a:off x="6255385" y="882015"/>
            <a:ext cx="1023620" cy="55118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0" rIns="36195" bIns="0" rtlCol="0" anchor="ctr" anchorCtr="0"/>
          <a:p>
            <a:pPr algn="ct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正</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2" name="矩形 31"/>
          <p:cNvSpPr/>
          <p:nvPr/>
        </p:nvSpPr>
        <p:spPr>
          <a:xfrm>
            <a:off x="6256020" y="2098040"/>
            <a:ext cx="1022350" cy="6324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195" tIns="0" rIns="36195" bIns="0" numCol="1" spcCol="0" rtlCol="0" fromWordArt="0" anchor="ctr" anchorCtr="0" forceAA="0" compatLnSpc="1">
            <a:noAutofit/>
          </a:bodyPr>
          <a:p>
            <a:pPr lvl="0" algn="ctr">
              <a:buClrTx/>
              <a:buSzTx/>
              <a:buFontTx/>
            </a:pP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负</a:t>
            </a:r>
            <a:endPar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3" name="菱形 32"/>
          <p:cNvSpPr/>
          <p:nvPr/>
        </p:nvSpPr>
        <p:spPr>
          <a:xfrm>
            <a:off x="7640955" y="839470"/>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正</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5" name="菱形 34"/>
          <p:cNvSpPr/>
          <p:nvPr/>
        </p:nvSpPr>
        <p:spPr>
          <a:xfrm>
            <a:off x="7644130" y="2098040"/>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负</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36" name="肘形连接符 35"/>
          <p:cNvCxnSpPr>
            <a:stCxn id="31" idx="3"/>
            <a:endCxn id="33" idx="1"/>
          </p:cNvCxnSpPr>
          <p:nvPr/>
        </p:nvCxnSpPr>
        <p:spPr>
          <a:xfrm flipV="1">
            <a:off x="7279005" y="1155700"/>
            <a:ext cx="36195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37" name="肘形连接符 36"/>
          <p:cNvCxnSpPr>
            <a:stCxn id="32" idx="3"/>
            <a:endCxn id="35" idx="1"/>
          </p:cNvCxnSpPr>
          <p:nvPr/>
        </p:nvCxnSpPr>
        <p:spPr>
          <a:xfrm>
            <a:off x="7278370" y="2414270"/>
            <a:ext cx="365760" cy="317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38" name="矩形 37"/>
          <p:cNvSpPr/>
          <p:nvPr/>
        </p:nvSpPr>
        <p:spPr>
          <a:xfrm>
            <a:off x="8809990" y="1638935"/>
            <a:ext cx="680720" cy="2311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流程结束</a:t>
            </a:r>
            <a:endPar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0" name="文本框 39"/>
          <p:cNvSpPr txBox="1"/>
          <p:nvPr/>
        </p:nvSpPr>
        <p:spPr>
          <a:xfrm flipH="1">
            <a:off x="8568055" y="1435735"/>
            <a:ext cx="76200" cy="8890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cxnSp>
        <p:nvCxnSpPr>
          <p:cNvPr id="41" name="肘形连接符 40"/>
          <p:cNvCxnSpPr>
            <a:stCxn id="33" idx="2"/>
            <a:endCxn id="38" idx="1"/>
          </p:cNvCxnSpPr>
          <p:nvPr/>
        </p:nvCxnSpPr>
        <p:spPr>
          <a:xfrm rot="5400000" flipV="1">
            <a:off x="8452803" y="1397318"/>
            <a:ext cx="282575" cy="431800"/>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42" name="肘形连接符 41"/>
          <p:cNvCxnSpPr>
            <a:stCxn id="35" idx="0"/>
            <a:endCxn id="38" idx="1"/>
          </p:cNvCxnSpPr>
          <p:nvPr/>
        </p:nvCxnSpPr>
        <p:spPr>
          <a:xfrm rot="16200000">
            <a:off x="8423910" y="1711960"/>
            <a:ext cx="343535" cy="42862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flipH="1">
            <a:off x="9115425" y="92392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45" name="矩形 44"/>
          <p:cNvSpPr/>
          <p:nvPr/>
        </p:nvSpPr>
        <p:spPr>
          <a:xfrm>
            <a:off x="9614535" y="923925"/>
            <a:ext cx="877570" cy="4673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endPar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6" name="矩形 45"/>
          <p:cNvSpPr/>
          <p:nvPr/>
        </p:nvSpPr>
        <p:spPr>
          <a:xfrm>
            <a:off x="9614535" y="2174240"/>
            <a:ext cx="876935" cy="47371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8" name="肘形连接符 47"/>
          <p:cNvCxnSpPr>
            <a:stCxn id="33" idx="3"/>
            <a:endCxn id="45" idx="1"/>
          </p:cNvCxnSpPr>
          <p:nvPr/>
        </p:nvCxnSpPr>
        <p:spPr>
          <a:xfrm>
            <a:off x="9115425" y="1155700"/>
            <a:ext cx="49911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0" name="肘形连接符 49"/>
          <p:cNvCxnSpPr>
            <a:stCxn id="35" idx="3"/>
            <a:endCxn id="46" idx="1"/>
          </p:cNvCxnSpPr>
          <p:nvPr/>
        </p:nvCxnSpPr>
        <p:spPr>
          <a:xfrm flipV="1">
            <a:off x="9118600" y="2411095"/>
            <a:ext cx="495935" cy="3175"/>
          </a:xfrm>
          <a:prstGeom prst="bentConnector3">
            <a:avLst>
              <a:gd name="adj1" fmla="val 50064"/>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1" name="矩形 50"/>
          <p:cNvSpPr/>
          <p:nvPr/>
        </p:nvSpPr>
        <p:spPr>
          <a:xfrm>
            <a:off x="11257915" y="1433830"/>
            <a:ext cx="634365" cy="5740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rgbClr val="FF0000"/>
                </a:solidFill>
                <a:latin typeface="微软雅黑" panose="020B0503020204020204" pitchFamily="34" charset="-122"/>
                <a:ea typeface="微软雅黑" panose="020B0503020204020204" pitchFamily="34" charset="-122"/>
                <a:sym typeface="+mn-ea"/>
              </a:rPr>
              <a:t>负极蛇形纠偏</a:t>
            </a:r>
            <a:r>
              <a:rPr lang="en-US" altLang="zh-CN" sz="1000" b="1">
                <a:solidFill>
                  <a:srgbClr val="FF0000"/>
                </a:solidFill>
                <a:latin typeface="微软雅黑" panose="020B0503020204020204" pitchFamily="34" charset="-122"/>
                <a:ea typeface="微软雅黑" panose="020B0503020204020204" pitchFamily="34" charset="-122"/>
                <a:sym typeface="+mn-ea"/>
              </a:rPr>
              <a:t>1</a:t>
            </a:r>
            <a:r>
              <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纠偏设定中值</a:t>
            </a:r>
            <a:endPar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52" name="肘形连接符 51"/>
          <p:cNvCxnSpPr>
            <a:stCxn id="46" idx="3"/>
            <a:endCxn id="51" idx="1"/>
          </p:cNvCxnSpPr>
          <p:nvPr/>
        </p:nvCxnSpPr>
        <p:spPr>
          <a:xfrm flipV="1">
            <a:off x="10491470" y="1720850"/>
            <a:ext cx="766445" cy="690245"/>
          </a:xfrm>
          <a:prstGeom prst="bentConnector3">
            <a:avLst>
              <a:gd name="adj1" fmla="val 50041"/>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3" name="文本框 52"/>
          <p:cNvSpPr txBox="1"/>
          <p:nvPr/>
        </p:nvSpPr>
        <p:spPr>
          <a:xfrm flipH="1">
            <a:off x="9118600" y="255778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55" name="矩形 54"/>
          <p:cNvSpPr/>
          <p:nvPr/>
        </p:nvSpPr>
        <p:spPr>
          <a:xfrm>
            <a:off x="1613535" y="1312545"/>
            <a:ext cx="114046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筛选</a:t>
            </a:r>
            <a:endPar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检测</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目标</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2mm</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计数采集个数为</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56" name="肘形连接符 55"/>
          <p:cNvCxnSpPr>
            <a:stCxn id="55" idx="3"/>
            <a:endCxn id="74" idx="1"/>
          </p:cNvCxnSpPr>
          <p:nvPr/>
        </p:nvCxnSpPr>
        <p:spPr>
          <a:xfrm flipV="1">
            <a:off x="2753995" y="1703705"/>
            <a:ext cx="42037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7" name="肘形连接符 56"/>
          <p:cNvCxnSpPr>
            <a:endCxn id="55" idx="1"/>
          </p:cNvCxnSpPr>
          <p:nvPr/>
        </p:nvCxnSpPr>
        <p:spPr>
          <a:xfrm>
            <a:off x="1170305" y="1701165"/>
            <a:ext cx="443230" cy="4445"/>
          </a:xfrm>
          <a:prstGeom prst="bentConnector3">
            <a:avLst>
              <a:gd name="adj1" fmla="val 50143"/>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324485" y="712470"/>
            <a:ext cx="5520055" cy="337185"/>
          </a:xfrm>
          <a:prstGeom prst="rect">
            <a:avLst/>
          </a:prstGeom>
          <a:noFill/>
        </p:spPr>
        <p:txBody>
          <a:bodyPr wrap="square" rtlCol="0">
            <a:spAutoFit/>
          </a:bodyPr>
          <a:p>
            <a:pPr marL="285750" indent="-285750">
              <a:buFont typeface="Wingdings" panose="05000000000000000000" charset="0"/>
              <a:buChar char="l"/>
            </a:pPr>
            <a:r>
              <a:rPr lang="zh-CN" altLang="en-US" sz="1600">
                <a:latin typeface="微软雅黑" panose="020B0503020204020204" pitchFamily="34" charset="-122"/>
                <a:ea typeface="微软雅黑" panose="020B0503020204020204" pitchFamily="34" charset="-122"/>
                <a:sym typeface="+mn-ea"/>
              </a:rPr>
              <a:t>负极蛇形纠偏</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和负极蛇形纠偏</a:t>
            </a:r>
            <a:r>
              <a:rPr lang="en-US" altLang="zh-CN" sz="1600">
                <a:latin typeface="微软雅黑" panose="020B0503020204020204" pitchFamily="34" charset="-122"/>
                <a:ea typeface="微软雅黑" panose="020B0503020204020204" pitchFamily="34" charset="-122"/>
                <a:sym typeface="+mn-ea"/>
              </a:rPr>
              <a:t>1</a:t>
            </a:r>
            <a:r>
              <a:rPr lang="zh-CN" altLang="en-US" sz="1600">
                <a:latin typeface="微软雅黑" panose="020B0503020204020204" pitchFamily="34" charset="-122"/>
                <a:ea typeface="微软雅黑" panose="020B0503020204020204" pitchFamily="34" charset="-122"/>
                <a:sym typeface="+mn-ea"/>
              </a:rPr>
              <a:t>的反馈控制流程</a:t>
            </a:r>
            <a:endParaRPr lang="zh-CN" altLang="en-US" sz="1600">
              <a:latin typeface="微软雅黑" panose="020B0503020204020204" pitchFamily="34" charset="-122"/>
              <a:ea typeface="微软雅黑" panose="020B0503020204020204" pitchFamily="34" charset="-122"/>
            </a:endParaRPr>
          </a:p>
        </p:txBody>
      </p:sp>
      <p:sp>
        <p:nvSpPr>
          <p:cNvPr id="7" name="菱形 6"/>
          <p:cNvSpPr/>
          <p:nvPr/>
        </p:nvSpPr>
        <p:spPr>
          <a:xfrm>
            <a:off x="4458335" y="4324350"/>
            <a:ext cx="1231265" cy="876300"/>
          </a:xfrm>
          <a:prstGeom prst="diamond">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判定：料线偏差值</a:t>
            </a:r>
            <a:endPar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a:t>
            </a:r>
            <a:endPar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矩形 10"/>
          <p:cNvSpPr/>
          <p:nvPr/>
        </p:nvSpPr>
        <p:spPr>
          <a:xfrm>
            <a:off x="374015" y="4373880"/>
            <a:ext cx="80772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周期</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收集数据一一对应数据：</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矩形 11"/>
          <p:cNvSpPr/>
          <p:nvPr/>
        </p:nvSpPr>
        <p:spPr>
          <a:xfrm>
            <a:off x="3190875" y="4366895"/>
            <a:ext cx="94488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料线偏差值△</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3" name="肘形连接符 12"/>
          <p:cNvCxnSpPr>
            <a:stCxn id="12" idx="3"/>
            <a:endCxn id="7" idx="1"/>
          </p:cNvCxnSpPr>
          <p:nvPr/>
        </p:nvCxnSpPr>
        <p:spPr>
          <a:xfrm>
            <a:off x="4135755" y="4759960"/>
            <a:ext cx="322580" cy="2540"/>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4" name="肘形连接符 13"/>
          <p:cNvCxnSpPr>
            <a:stCxn id="7" idx="3"/>
            <a:endCxn id="24" idx="1"/>
          </p:cNvCxnSpPr>
          <p:nvPr/>
        </p:nvCxnSpPr>
        <p:spPr>
          <a:xfrm flipV="1">
            <a:off x="5689600" y="4213860"/>
            <a:ext cx="582295" cy="548640"/>
          </a:xfrm>
          <a:prstGeom prst="bentConnector3">
            <a:avLst>
              <a:gd name="adj1" fmla="val 50055"/>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5" name="肘形连接符 14"/>
          <p:cNvCxnSpPr>
            <a:stCxn id="7" idx="3"/>
            <a:endCxn id="34" idx="1"/>
          </p:cNvCxnSpPr>
          <p:nvPr/>
        </p:nvCxnSpPr>
        <p:spPr>
          <a:xfrm>
            <a:off x="5689600" y="4762500"/>
            <a:ext cx="582930" cy="70802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6" name="肘形连接符 15"/>
          <p:cNvCxnSpPr>
            <a:stCxn id="65" idx="3"/>
            <a:endCxn id="69" idx="1"/>
          </p:cNvCxnSpPr>
          <p:nvPr/>
        </p:nvCxnSpPr>
        <p:spPr>
          <a:xfrm>
            <a:off x="10508615" y="4213860"/>
            <a:ext cx="765810" cy="56324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flipH="1">
            <a:off x="5689600" y="421005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18" name="文本框 17"/>
          <p:cNvSpPr txBox="1"/>
          <p:nvPr/>
        </p:nvSpPr>
        <p:spPr>
          <a:xfrm flipH="1">
            <a:off x="5689600" y="534479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sp>
        <p:nvSpPr>
          <p:cNvPr id="24" name="矩形 23"/>
          <p:cNvSpPr/>
          <p:nvPr/>
        </p:nvSpPr>
        <p:spPr>
          <a:xfrm>
            <a:off x="6271895" y="3938270"/>
            <a:ext cx="1023620" cy="55118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0" rIns="36195" bIns="0" rtlCol="0" anchor="ctr" anchorCtr="0"/>
          <a:p>
            <a:pPr algn="ct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正</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4" name="矩形 33"/>
          <p:cNvSpPr/>
          <p:nvPr/>
        </p:nvSpPr>
        <p:spPr>
          <a:xfrm>
            <a:off x="6272530" y="5154295"/>
            <a:ext cx="1022350" cy="6324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195" tIns="0" rIns="36195" bIns="0" numCol="1" spcCol="0" rtlCol="0" fromWordArt="0" anchor="ctr" anchorCtr="0" forceAA="0" compatLnSpc="1">
            <a:noAutofit/>
          </a:bodyPr>
          <a:p>
            <a:pPr lvl="0" algn="ctr">
              <a:buClrTx/>
              <a:buSzTx/>
              <a:buFontTx/>
            </a:pP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负</a:t>
            </a:r>
            <a:endPar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4" name="菱形 43"/>
          <p:cNvSpPr/>
          <p:nvPr/>
        </p:nvSpPr>
        <p:spPr>
          <a:xfrm>
            <a:off x="7657465" y="3895725"/>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正</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7" name="菱形 46"/>
          <p:cNvSpPr/>
          <p:nvPr/>
        </p:nvSpPr>
        <p:spPr>
          <a:xfrm>
            <a:off x="7660640" y="5154295"/>
            <a:ext cx="1474470" cy="632460"/>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负</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9" name="肘形连接符 48"/>
          <p:cNvCxnSpPr>
            <a:stCxn id="24" idx="3"/>
            <a:endCxn id="44" idx="1"/>
          </p:cNvCxnSpPr>
          <p:nvPr/>
        </p:nvCxnSpPr>
        <p:spPr>
          <a:xfrm flipV="1">
            <a:off x="7295515" y="4211955"/>
            <a:ext cx="36195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4" name="肘形连接符 53"/>
          <p:cNvCxnSpPr>
            <a:stCxn id="34" idx="3"/>
            <a:endCxn id="47" idx="1"/>
          </p:cNvCxnSpPr>
          <p:nvPr/>
        </p:nvCxnSpPr>
        <p:spPr>
          <a:xfrm>
            <a:off x="7294880" y="5470525"/>
            <a:ext cx="365760" cy="317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8" name="矩形 57"/>
          <p:cNvSpPr/>
          <p:nvPr/>
        </p:nvSpPr>
        <p:spPr>
          <a:xfrm>
            <a:off x="8826500" y="4695190"/>
            <a:ext cx="680720" cy="2311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流程结束</a:t>
            </a:r>
            <a:endPar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9" name="文本框 58"/>
          <p:cNvSpPr txBox="1"/>
          <p:nvPr/>
        </p:nvSpPr>
        <p:spPr>
          <a:xfrm flipH="1">
            <a:off x="8584565" y="4491990"/>
            <a:ext cx="76200" cy="8890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cxnSp>
        <p:nvCxnSpPr>
          <p:cNvPr id="61" name="肘形连接符 60"/>
          <p:cNvCxnSpPr>
            <a:stCxn id="44" idx="2"/>
            <a:endCxn id="58" idx="1"/>
          </p:cNvCxnSpPr>
          <p:nvPr/>
        </p:nvCxnSpPr>
        <p:spPr>
          <a:xfrm rot="5400000" flipV="1">
            <a:off x="8469313" y="4453573"/>
            <a:ext cx="282575" cy="431800"/>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2" name="肘形连接符 61"/>
          <p:cNvCxnSpPr>
            <a:stCxn id="47" idx="0"/>
            <a:endCxn id="58" idx="1"/>
          </p:cNvCxnSpPr>
          <p:nvPr/>
        </p:nvCxnSpPr>
        <p:spPr>
          <a:xfrm rot="16200000">
            <a:off x="8440420" y="4768215"/>
            <a:ext cx="343535" cy="42862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63" name="文本框 62"/>
          <p:cNvSpPr txBox="1"/>
          <p:nvPr/>
        </p:nvSpPr>
        <p:spPr>
          <a:xfrm flipH="1">
            <a:off x="9131935" y="3980180"/>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65" name="矩形 64"/>
          <p:cNvSpPr/>
          <p:nvPr/>
        </p:nvSpPr>
        <p:spPr>
          <a:xfrm>
            <a:off x="9631045" y="3980180"/>
            <a:ext cx="877570" cy="46736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endPar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6" name="矩形 65"/>
          <p:cNvSpPr/>
          <p:nvPr/>
        </p:nvSpPr>
        <p:spPr>
          <a:xfrm>
            <a:off x="9631045" y="5230495"/>
            <a:ext cx="876935" cy="47371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67" name="肘形连接符 66"/>
          <p:cNvCxnSpPr>
            <a:stCxn id="44" idx="3"/>
            <a:endCxn id="65" idx="1"/>
          </p:cNvCxnSpPr>
          <p:nvPr/>
        </p:nvCxnSpPr>
        <p:spPr>
          <a:xfrm>
            <a:off x="9131935" y="4211955"/>
            <a:ext cx="49911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8" name="肘形连接符 67"/>
          <p:cNvCxnSpPr>
            <a:stCxn id="47" idx="3"/>
            <a:endCxn id="66" idx="1"/>
          </p:cNvCxnSpPr>
          <p:nvPr/>
        </p:nvCxnSpPr>
        <p:spPr>
          <a:xfrm flipV="1">
            <a:off x="9135110" y="5467350"/>
            <a:ext cx="495935" cy="3175"/>
          </a:xfrm>
          <a:prstGeom prst="bentConnector3">
            <a:avLst>
              <a:gd name="adj1" fmla="val 50064"/>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69" name="矩形 68"/>
          <p:cNvSpPr/>
          <p:nvPr/>
        </p:nvSpPr>
        <p:spPr>
          <a:xfrm>
            <a:off x="11274425" y="4490085"/>
            <a:ext cx="634365" cy="574040"/>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rgbClr val="FF0000"/>
                </a:solidFill>
                <a:latin typeface="微软雅黑" panose="020B0503020204020204" pitchFamily="34" charset="-122"/>
                <a:ea typeface="微软雅黑" panose="020B0503020204020204" pitchFamily="34" charset="-122"/>
                <a:sym typeface="+mn-ea"/>
              </a:rPr>
              <a:t>负极</a:t>
            </a:r>
            <a:r>
              <a:rPr lang="zh-CN" sz="1000">
                <a:solidFill>
                  <a:srgbClr val="FF0000"/>
                </a:solidFill>
                <a:latin typeface="微软雅黑" panose="020B0503020204020204" pitchFamily="34" charset="-122"/>
                <a:ea typeface="微软雅黑" panose="020B0503020204020204" pitchFamily="34" charset="-122"/>
                <a:sym typeface="+mn-ea"/>
              </a:rPr>
              <a:t>放卷</a:t>
            </a:r>
            <a:r>
              <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纠偏设定中值</a:t>
            </a:r>
            <a:endPar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70" name="肘形连接符 69"/>
          <p:cNvCxnSpPr>
            <a:stCxn id="66" idx="3"/>
            <a:endCxn id="69" idx="1"/>
          </p:cNvCxnSpPr>
          <p:nvPr/>
        </p:nvCxnSpPr>
        <p:spPr>
          <a:xfrm flipV="1">
            <a:off x="10507980" y="4777105"/>
            <a:ext cx="766445" cy="690245"/>
          </a:xfrm>
          <a:prstGeom prst="bentConnector3">
            <a:avLst>
              <a:gd name="adj1" fmla="val 50041"/>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71" name="文本框 70"/>
          <p:cNvSpPr txBox="1"/>
          <p:nvPr/>
        </p:nvSpPr>
        <p:spPr>
          <a:xfrm flipH="1">
            <a:off x="9135110" y="5614035"/>
            <a:ext cx="204470" cy="9017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72" name="矩形 71"/>
          <p:cNvSpPr/>
          <p:nvPr/>
        </p:nvSpPr>
        <p:spPr>
          <a:xfrm>
            <a:off x="1630045" y="4368800"/>
            <a:ext cx="1140460" cy="785495"/>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筛选</a:t>
            </a:r>
            <a:endPar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检测</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目标</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2mm</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计数采集个数为</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73" name="肘形连接符 72"/>
          <p:cNvCxnSpPr>
            <a:stCxn id="72" idx="3"/>
            <a:endCxn id="12" idx="1"/>
          </p:cNvCxnSpPr>
          <p:nvPr/>
        </p:nvCxnSpPr>
        <p:spPr>
          <a:xfrm flipV="1">
            <a:off x="2770505" y="4759960"/>
            <a:ext cx="420370" cy="190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75" name="肘形连接符 74"/>
          <p:cNvCxnSpPr>
            <a:endCxn id="72" idx="1"/>
          </p:cNvCxnSpPr>
          <p:nvPr/>
        </p:nvCxnSpPr>
        <p:spPr>
          <a:xfrm>
            <a:off x="1186815" y="4757420"/>
            <a:ext cx="443230" cy="4445"/>
          </a:xfrm>
          <a:prstGeom prst="bentConnector3">
            <a:avLst>
              <a:gd name="adj1" fmla="val 50143"/>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76" name="文本框 75"/>
          <p:cNvSpPr txBox="1"/>
          <p:nvPr/>
        </p:nvSpPr>
        <p:spPr>
          <a:xfrm>
            <a:off x="374015" y="5257165"/>
            <a:ext cx="1645285" cy="467995"/>
          </a:xfrm>
          <a:prstGeom prst="rect">
            <a:avLst/>
          </a:prstGeom>
          <a:solidFill>
            <a:schemeClr val="accent6">
              <a:lumMod val="40000"/>
              <a:lumOff val="60000"/>
            </a:schemeClr>
          </a:solidFill>
        </p:spPr>
        <p:txBody>
          <a:bodyPr wrap="square" rtlCol="0" anchor="t">
            <a:spAutoFit/>
          </a:bodyPr>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负极</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蛇形</a:t>
            </a:r>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纠偏</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目标：</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负极蛇形</a:t>
            </a:r>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纠偏中值</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7" name="文本框 76"/>
          <p:cNvSpPr txBox="1"/>
          <p:nvPr/>
        </p:nvSpPr>
        <p:spPr>
          <a:xfrm>
            <a:off x="340995" y="3768725"/>
            <a:ext cx="5520055" cy="337185"/>
          </a:xfrm>
          <a:prstGeom prst="rect">
            <a:avLst/>
          </a:prstGeom>
          <a:noFill/>
        </p:spPr>
        <p:txBody>
          <a:bodyPr wrap="square" rtlCol="0">
            <a:spAutoFit/>
          </a:bodyPr>
          <a:p>
            <a:pPr marL="285750" indent="-285750">
              <a:buFont typeface="Wingdings" panose="05000000000000000000" charset="0"/>
              <a:buChar char="l"/>
            </a:pPr>
            <a:r>
              <a:rPr lang="zh-CN" altLang="en-US" sz="1600">
                <a:latin typeface="微软雅黑" panose="020B0503020204020204" pitchFamily="34" charset="-122"/>
                <a:ea typeface="微软雅黑" panose="020B0503020204020204" pitchFamily="34" charset="-122"/>
              </a:rPr>
              <a:t>负极</a:t>
            </a:r>
            <a:r>
              <a:rPr lang="zh-CN" altLang="en-US" sz="1600">
                <a:latin typeface="微软雅黑" panose="020B0503020204020204" pitchFamily="34" charset="-122"/>
                <a:ea typeface="微软雅黑" panose="020B0503020204020204" pitchFamily="34" charset="-122"/>
                <a:sym typeface="+mn-ea"/>
              </a:rPr>
              <a:t>蛇形纠偏</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rPr>
              <a:t>和负极放卷纠偏的反馈控制流程</a:t>
            </a:r>
            <a:endParaRPr lang="zh-CN" altLang="en-US" sz="1600">
              <a:latin typeface="微软雅黑" panose="020B0503020204020204" pitchFamily="34" charset="-122"/>
              <a:ea typeface="微软雅黑" panose="020B0503020204020204" pitchFamily="34" charset="-122"/>
            </a:endParaRPr>
          </a:p>
        </p:txBody>
      </p:sp>
      <p:sp>
        <p:nvSpPr>
          <p:cNvPr id="2" name="文本框 1"/>
          <p:cNvSpPr txBox="1"/>
          <p:nvPr/>
        </p:nvSpPr>
        <p:spPr>
          <a:xfrm>
            <a:off x="357505" y="2262505"/>
            <a:ext cx="1645285" cy="467995"/>
          </a:xfrm>
          <a:prstGeom prst="rect">
            <a:avLst/>
          </a:prstGeom>
          <a:solidFill>
            <a:schemeClr val="accent6">
              <a:lumMod val="40000"/>
              <a:lumOff val="60000"/>
            </a:schemeClr>
          </a:solidFill>
        </p:spPr>
        <p:txBody>
          <a:bodyPr wrap="square" rtlCol="0" anchor="t">
            <a:spAutoFit/>
          </a:bodyPr>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负极</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蛇形</a:t>
            </a:r>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纠偏</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latin typeface="微软雅黑" panose="020B0503020204020204" pitchFamily="34" charset="-122"/>
                <a:ea typeface="微软雅黑" panose="020B0503020204020204" pitchFamily="34" charset="-122"/>
                <a:cs typeface="微软雅黑" panose="020B0503020204020204" pitchFamily="34" charset="-122"/>
                <a:sym typeface="+mn-ea"/>
              </a:rPr>
              <a:t>目标：</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负极</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蛇形</a:t>
            </a:r>
            <a:r>
              <a:rPr lang="en-US" altLang="zh-CN" sz="82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rPr>
              <a:t>纠偏中值</a:t>
            </a:r>
            <a:endParaRPr lang="zh-CN" altLang="en-US" sz="82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标题 38"/>
          <p:cNvSpPr>
            <a:spLocks noGrp="1"/>
          </p:cNvSpPr>
          <p:nvPr>
            <p:ph type="title"/>
          </p:nvPr>
        </p:nvSpPr>
        <p:spPr>
          <a:xfrm rot="10800000" flipV="1">
            <a:off x="337820" y="207010"/>
            <a:ext cx="4637405" cy="403860"/>
          </a:xfrm>
          <a:solidFill>
            <a:srgbClr val="009FB4"/>
          </a:solidFill>
          <a:ln>
            <a:noFill/>
          </a:ln>
          <a:effectLst>
            <a:outerShdw blurRad="44450" dist="27940" dir="5400000" algn="ctr">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ctr">
            <a:noAutofit/>
          </a:bodyPr>
          <a:p>
            <a:pPr lvl="0" algn="l">
              <a:buClrTx/>
              <a:buSzTx/>
              <a:buFontTx/>
            </a:pPr>
            <a:r>
              <a:rPr sz="2400">
                <a:sym typeface="+mn-ea"/>
              </a:rPr>
              <a:t>隔膜多级纠偏联动控制逻辑</a:t>
            </a:r>
            <a:endParaRPr sz="2400">
              <a:sym typeface="+mn-ea"/>
            </a:endParaRPr>
          </a:p>
        </p:txBody>
      </p:sp>
      <p:grpSp>
        <p:nvGrpSpPr>
          <p:cNvPr id="3" name="组合 2"/>
          <p:cNvGrpSpPr/>
          <p:nvPr/>
        </p:nvGrpSpPr>
        <p:grpSpPr>
          <a:xfrm>
            <a:off x="337820" y="3558540"/>
            <a:ext cx="11570970" cy="2228215"/>
            <a:chOff x="532" y="5604"/>
            <a:chExt cx="18222" cy="3509"/>
          </a:xfrm>
        </p:grpSpPr>
        <p:sp>
          <p:nvSpPr>
            <p:cNvPr id="7" name="菱形 6"/>
            <p:cNvSpPr/>
            <p:nvPr/>
          </p:nvSpPr>
          <p:spPr>
            <a:xfrm>
              <a:off x="7021" y="6810"/>
              <a:ext cx="1939" cy="1380"/>
            </a:xfrm>
            <a:prstGeom prst="diamond">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判定：料线偏差值</a:t>
              </a:r>
              <a:endPar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a:t>
              </a:r>
              <a:endPar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矩形 10"/>
            <p:cNvSpPr/>
            <p:nvPr/>
          </p:nvSpPr>
          <p:spPr>
            <a:xfrm>
              <a:off x="589" y="6888"/>
              <a:ext cx="1272" cy="1237"/>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周期</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收集数据一一对应数据：</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矩形 11"/>
            <p:cNvSpPr/>
            <p:nvPr/>
          </p:nvSpPr>
          <p:spPr>
            <a:xfrm>
              <a:off x="5025" y="6877"/>
              <a:ext cx="1488" cy="1237"/>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料线偏差值△</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3" name="肘形连接符 12"/>
            <p:cNvCxnSpPr>
              <a:stCxn id="12" idx="3"/>
              <a:endCxn id="7" idx="1"/>
            </p:cNvCxnSpPr>
            <p:nvPr/>
          </p:nvCxnSpPr>
          <p:spPr>
            <a:xfrm>
              <a:off x="6513" y="7496"/>
              <a:ext cx="508" cy="4"/>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4" name="肘形连接符 13"/>
            <p:cNvCxnSpPr>
              <a:stCxn id="7" idx="3"/>
              <a:endCxn id="24" idx="1"/>
            </p:cNvCxnSpPr>
            <p:nvPr/>
          </p:nvCxnSpPr>
          <p:spPr>
            <a:xfrm flipV="1">
              <a:off x="8960" y="6636"/>
              <a:ext cx="917" cy="864"/>
            </a:xfrm>
            <a:prstGeom prst="bentConnector3">
              <a:avLst>
                <a:gd name="adj1" fmla="val 50055"/>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5" name="肘形连接符 14"/>
            <p:cNvCxnSpPr>
              <a:stCxn id="7" idx="3"/>
              <a:endCxn id="34" idx="1"/>
            </p:cNvCxnSpPr>
            <p:nvPr/>
          </p:nvCxnSpPr>
          <p:spPr>
            <a:xfrm>
              <a:off x="8960" y="7500"/>
              <a:ext cx="918" cy="111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16" name="肘形连接符 15"/>
            <p:cNvCxnSpPr>
              <a:stCxn id="65" idx="3"/>
              <a:endCxn id="69" idx="1"/>
            </p:cNvCxnSpPr>
            <p:nvPr/>
          </p:nvCxnSpPr>
          <p:spPr>
            <a:xfrm>
              <a:off x="16549" y="6636"/>
              <a:ext cx="1206" cy="887"/>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flipH="1">
              <a:off x="8960" y="6630"/>
              <a:ext cx="322" cy="142"/>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18" name="文本框 17"/>
            <p:cNvSpPr txBox="1"/>
            <p:nvPr/>
          </p:nvSpPr>
          <p:spPr>
            <a:xfrm flipH="1">
              <a:off x="8960" y="8417"/>
              <a:ext cx="322" cy="142"/>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sp>
          <p:nvSpPr>
            <p:cNvPr id="24" name="矩形 23"/>
            <p:cNvSpPr/>
            <p:nvPr/>
          </p:nvSpPr>
          <p:spPr>
            <a:xfrm>
              <a:off x="9877" y="6202"/>
              <a:ext cx="1612" cy="868"/>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0" rIns="36195" bIns="0" rtlCol="0" anchor="ctr" anchorCtr="0"/>
            <a:p>
              <a:pPr algn="ct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正</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4" name="矩形 33"/>
            <p:cNvSpPr/>
            <p:nvPr/>
          </p:nvSpPr>
          <p:spPr>
            <a:xfrm>
              <a:off x="9878" y="8117"/>
              <a:ext cx="1610" cy="996"/>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195" tIns="0" rIns="36195" bIns="0" numCol="1" spcCol="0" rtlCol="0" fromWordArt="0" anchor="ctr" anchorCtr="0" forceAA="0" compatLnSpc="1">
              <a:noAutofit/>
            </a:bodyPr>
            <a:p>
              <a:pPr lvl="0" algn="ctr">
                <a:buClrTx/>
                <a:buSzTx/>
                <a:buFontTx/>
              </a:pP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负</a:t>
              </a:r>
              <a:endPar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4" name="菱形 43"/>
            <p:cNvSpPr/>
            <p:nvPr/>
          </p:nvSpPr>
          <p:spPr>
            <a:xfrm>
              <a:off x="12059" y="6135"/>
              <a:ext cx="2322" cy="996"/>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正</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7" name="菱形 46"/>
            <p:cNvSpPr/>
            <p:nvPr/>
          </p:nvSpPr>
          <p:spPr>
            <a:xfrm>
              <a:off x="12064" y="8117"/>
              <a:ext cx="2322" cy="996"/>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负</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9" name="肘形连接符 48"/>
            <p:cNvCxnSpPr>
              <a:stCxn id="24" idx="3"/>
              <a:endCxn id="44" idx="1"/>
            </p:cNvCxnSpPr>
            <p:nvPr/>
          </p:nvCxnSpPr>
          <p:spPr>
            <a:xfrm flipV="1">
              <a:off x="11489" y="6633"/>
              <a:ext cx="570" cy="3"/>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4" name="肘形连接符 53"/>
            <p:cNvCxnSpPr>
              <a:stCxn id="34" idx="3"/>
              <a:endCxn id="47" idx="1"/>
            </p:cNvCxnSpPr>
            <p:nvPr/>
          </p:nvCxnSpPr>
          <p:spPr>
            <a:xfrm>
              <a:off x="11488" y="8615"/>
              <a:ext cx="576" cy="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8" name="矩形 57"/>
            <p:cNvSpPr/>
            <p:nvPr/>
          </p:nvSpPr>
          <p:spPr>
            <a:xfrm>
              <a:off x="13900" y="7394"/>
              <a:ext cx="1072" cy="364"/>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流程结束</a:t>
              </a:r>
              <a:endPar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9" name="文本框 58"/>
            <p:cNvSpPr txBox="1"/>
            <p:nvPr/>
          </p:nvSpPr>
          <p:spPr>
            <a:xfrm flipH="1">
              <a:off x="13519" y="7074"/>
              <a:ext cx="120" cy="14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cxnSp>
          <p:nvCxnSpPr>
            <p:cNvPr id="61" name="肘形连接符 60"/>
            <p:cNvCxnSpPr>
              <a:stCxn id="44" idx="2"/>
              <a:endCxn id="58" idx="1"/>
            </p:cNvCxnSpPr>
            <p:nvPr/>
          </p:nvCxnSpPr>
          <p:spPr>
            <a:xfrm rot="5400000" flipV="1">
              <a:off x="13338" y="7014"/>
              <a:ext cx="445" cy="680"/>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2" name="肘形连接符 61"/>
            <p:cNvCxnSpPr>
              <a:stCxn id="47" idx="0"/>
              <a:endCxn id="58" idx="1"/>
            </p:cNvCxnSpPr>
            <p:nvPr/>
          </p:nvCxnSpPr>
          <p:spPr>
            <a:xfrm rot="16200000">
              <a:off x="13292" y="7509"/>
              <a:ext cx="541" cy="67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63" name="文本框 62"/>
            <p:cNvSpPr txBox="1"/>
            <p:nvPr/>
          </p:nvSpPr>
          <p:spPr>
            <a:xfrm flipH="1">
              <a:off x="14381" y="6268"/>
              <a:ext cx="322" cy="142"/>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65" name="矩形 64"/>
            <p:cNvSpPr/>
            <p:nvPr/>
          </p:nvSpPr>
          <p:spPr>
            <a:xfrm>
              <a:off x="15167" y="6268"/>
              <a:ext cx="1382" cy="736"/>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endPar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6" name="矩形 65"/>
            <p:cNvSpPr/>
            <p:nvPr/>
          </p:nvSpPr>
          <p:spPr>
            <a:xfrm>
              <a:off x="15167" y="8237"/>
              <a:ext cx="1381" cy="746"/>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67" name="肘形连接符 66"/>
            <p:cNvCxnSpPr>
              <a:stCxn id="44" idx="3"/>
              <a:endCxn id="65" idx="1"/>
            </p:cNvCxnSpPr>
            <p:nvPr/>
          </p:nvCxnSpPr>
          <p:spPr>
            <a:xfrm>
              <a:off x="14381" y="6633"/>
              <a:ext cx="786" cy="3"/>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68" name="肘形连接符 67"/>
            <p:cNvCxnSpPr>
              <a:stCxn id="47" idx="3"/>
              <a:endCxn id="66" idx="1"/>
            </p:cNvCxnSpPr>
            <p:nvPr/>
          </p:nvCxnSpPr>
          <p:spPr>
            <a:xfrm flipV="1">
              <a:off x="14386" y="8610"/>
              <a:ext cx="781" cy="5"/>
            </a:xfrm>
            <a:prstGeom prst="bentConnector3">
              <a:avLst>
                <a:gd name="adj1" fmla="val 50064"/>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69" name="矩形 68"/>
            <p:cNvSpPr/>
            <p:nvPr/>
          </p:nvSpPr>
          <p:spPr>
            <a:xfrm>
              <a:off x="17755" y="7071"/>
              <a:ext cx="999" cy="904"/>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1000">
                  <a:solidFill>
                    <a:srgbClr val="FF0000"/>
                  </a:solidFill>
                  <a:latin typeface="微软雅黑" panose="020B0503020204020204" pitchFamily="34" charset="-122"/>
                  <a:ea typeface="微软雅黑" panose="020B0503020204020204" pitchFamily="34" charset="-122"/>
                  <a:sym typeface="+mn-ea"/>
                </a:rPr>
                <a:t>下隔膜放卷</a:t>
              </a:r>
              <a:r>
                <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纠偏设定中值</a:t>
              </a:r>
              <a:endPar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70" name="肘形连接符 69"/>
            <p:cNvCxnSpPr>
              <a:stCxn id="66" idx="3"/>
              <a:endCxn id="69" idx="1"/>
            </p:cNvCxnSpPr>
            <p:nvPr/>
          </p:nvCxnSpPr>
          <p:spPr>
            <a:xfrm flipV="1">
              <a:off x="16548" y="7523"/>
              <a:ext cx="1207" cy="1087"/>
            </a:xfrm>
            <a:prstGeom prst="bentConnector3">
              <a:avLst>
                <a:gd name="adj1" fmla="val 50041"/>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71" name="文本框 70"/>
            <p:cNvSpPr txBox="1"/>
            <p:nvPr/>
          </p:nvSpPr>
          <p:spPr>
            <a:xfrm flipH="1">
              <a:off x="14386" y="8841"/>
              <a:ext cx="322" cy="142"/>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72" name="矩形 71"/>
            <p:cNvSpPr/>
            <p:nvPr/>
          </p:nvSpPr>
          <p:spPr>
            <a:xfrm>
              <a:off x="2567" y="6880"/>
              <a:ext cx="1796" cy="1237"/>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筛选</a:t>
              </a:r>
              <a:endPar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检测</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目标</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2mm</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计数采集个数为</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73" name="肘形连接符 72"/>
            <p:cNvCxnSpPr>
              <a:stCxn id="72" idx="3"/>
              <a:endCxn id="12" idx="1"/>
            </p:cNvCxnSpPr>
            <p:nvPr/>
          </p:nvCxnSpPr>
          <p:spPr>
            <a:xfrm flipV="1">
              <a:off x="4363" y="7496"/>
              <a:ext cx="662" cy="3"/>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75" name="肘形连接符 74"/>
            <p:cNvCxnSpPr>
              <a:endCxn id="72" idx="1"/>
            </p:cNvCxnSpPr>
            <p:nvPr/>
          </p:nvCxnSpPr>
          <p:spPr>
            <a:xfrm>
              <a:off x="1869" y="7492"/>
              <a:ext cx="698" cy="7"/>
            </a:xfrm>
            <a:prstGeom prst="bentConnector3">
              <a:avLst>
                <a:gd name="adj1" fmla="val 50143"/>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77" name="文本框 76"/>
            <p:cNvSpPr txBox="1"/>
            <p:nvPr/>
          </p:nvSpPr>
          <p:spPr>
            <a:xfrm>
              <a:off x="532" y="5604"/>
              <a:ext cx="9850" cy="531"/>
            </a:xfrm>
            <a:prstGeom prst="rect">
              <a:avLst/>
            </a:prstGeom>
            <a:noFill/>
          </p:spPr>
          <p:txBody>
            <a:bodyPr wrap="square" rtlCol="0">
              <a:spAutoFit/>
            </a:bodyPr>
            <a:p>
              <a:pPr marL="285750" indent="-285750">
                <a:buFont typeface="Wingdings" panose="05000000000000000000" charset="0"/>
                <a:buChar char="l"/>
              </a:pPr>
              <a:r>
                <a:rPr lang="zh-CN" altLang="en-US" sz="1600">
                  <a:latin typeface="微软雅黑" panose="020B0503020204020204" pitchFamily="34" charset="-122"/>
                  <a:ea typeface="微软雅黑" panose="020B0503020204020204" pitchFamily="34" charset="-122"/>
                  <a:sym typeface="+mn-ea"/>
                </a:rPr>
                <a:t>下隔膜</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破损实时值（过程）</a:t>
              </a:r>
              <a:r>
                <a:rPr lang="zh-CN" altLang="en-US" sz="1600">
                  <a:latin typeface="微软雅黑" panose="020B0503020204020204" pitchFamily="34" charset="-122"/>
                  <a:ea typeface="微软雅黑" panose="020B0503020204020204" pitchFamily="34" charset="-122"/>
                </a:rPr>
                <a:t>和下隔膜放卷纠偏的反馈控制流程</a:t>
              </a:r>
              <a:endParaRPr lang="zh-CN" altLang="en-US" sz="1600">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337820" y="668020"/>
            <a:ext cx="11603990" cy="5061585"/>
            <a:chOff x="480" y="5737"/>
            <a:chExt cx="18274" cy="7971"/>
          </a:xfrm>
        </p:grpSpPr>
        <p:sp>
          <p:nvSpPr>
            <p:cNvPr id="8" name="菱形 7"/>
            <p:cNvSpPr/>
            <p:nvPr/>
          </p:nvSpPr>
          <p:spPr>
            <a:xfrm>
              <a:off x="7021" y="6810"/>
              <a:ext cx="1939" cy="1380"/>
            </a:xfrm>
            <a:prstGeom prst="diamond">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判定：料线偏差值</a:t>
              </a:r>
              <a:endPar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a:t>
              </a:r>
              <a:endParaRPr lang="en-US" altLang="zh-CN" sz="108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矩形 8"/>
            <p:cNvSpPr/>
            <p:nvPr/>
          </p:nvSpPr>
          <p:spPr>
            <a:xfrm>
              <a:off x="589" y="6888"/>
              <a:ext cx="1272" cy="1237"/>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周期</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收集数据一一对应数据：</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矩形 9"/>
            <p:cNvSpPr/>
            <p:nvPr/>
          </p:nvSpPr>
          <p:spPr>
            <a:xfrm>
              <a:off x="5025" y="6877"/>
              <a:ext cx="1488" cy="1237"/>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料线偏差值△</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9" name="肘形连接符 18"/>
            <p:cNvCxnSpPr>
              <a:stCxn id="10" idx="3"/>
              <a:endCxn id="8" idx="1"/>
            </p:cNvCxnSpPr>
            <p:nvPr/>
          </p:nvCxnSpPr>
          <p:spPr>
            <a:xfrm>
              <a:off x="6513" y="7496"/>
              <a:ext cx="508" cy="4"/>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20" name="肘形连接符 19"/>
            <p:cNvCxnSpPr>
              <a:stCxn id="8" idx="3"/>
              <a:endCxn id="27" idx="1"/>
            </p:cNvCxnSpPr>
            <p:nvPr/>
          </p:nvCxnSpPr>
          <p:spPr>
            <a:xfrm flipV="1">
              <a:off x="8960" y="6636"/>
              <a:ext cx="917" cy="864"/>
            </a:xfrm>
            <a:prstGeom prst="bentConnector3">
              <a:avLst>
                <a:gd name="adj1" fmla="val 50055"/>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21" name="肘形连接符 20"/>
            <p:cNvCxnSpPr>
              <a:stCxn id="8" idx="3"/>
              <a:endCxn id="29" idx="1"/>
            </p:cNvCxnSpPr>
            <p:nvPr/>
          </p:nvCxnSpPr>
          <p:spPr>
            <a:xfrm>
              <a:off x="8960" y="7500"/>
              <a:ext cx="918" cy="1115"/>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22" name="肘形连接符 21"/>
            <p:cNvCxnSpPr>
              <a:stCxn id="86" idx="3"/>
              <a:endCxn id="90" idx="1"/>
            </p:cNvCxnSpPr>
            <p:nvPr/>
          </p:nvCxnSpPr>
          <p:spPr>
            <a:xfrm>
              <a:off x="16549" y="6636"/>
              <a:ext cx="1206" cy="887"/>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23" name="文本框 22"/>
            <p:cNvSpPr txBox="1"/>
            <p:nvPr/>
          </p:nvSpPr>
          <p:spPr>
            <a:xfrm flipH="1">
              <a:off x="8960" y="6630"/>
              <a:ext cx="322" cy="142"/>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25" name="文本框 24"/>
            <p:cNvSpPr txBox="1"/>
            <p:nvPr/>
          </p:nvSpPr>
          <p:spPr>
            <a:xfrm flipH="1">
              <a:off x="8960" y="8417"/>
              <a:ext cx="322" cy="142"/>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sp>
          <p:nvSpPr>
            <p:cNvPr id="27" name="矩形 26"/>
            <p:cNvSpPr/>
            <p:nvPr/>
          </p:nvSpPr>
          <p:spPr>
            <a:xfrm>
              <a:off x="9877" y="6202"/>
              <a:ext cx="1612" cy="868"/>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0" rIns="36195" bIns="0" rtlCol="0" anchor="ctr" anchorCtr="0"/>
            <a:p>
              <a:pPr algn="ct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en-US" alt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正</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9" name="矩形 28"/>
            <p:cNvSpPr/>
            <p:nvPr/>
          </p:nvSpPr>
          <p:spPr>
            <a:xfrm>
              <a:off x="9878" y="8117"/>
              <a:ext cx="1610" cy="996"/>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195" tIns="0" rIns="36195" bIns="0" numCol="1" spcCol="0" rtlCol="0" fromWordArt="0" anchor="ctr" anchorCtr="0" forceAA="0" compatLnSpc="1">
              <a:noAutofit/>
            </a:bodyPr>
            <a:p>
              <a:pPr lvl="0" algn="ctr">
                <a:buClrTx/>
                <a:buSzTx/>
                <a:buFontTx/>
              </a:pP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每个数据</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计数 1 次</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，总数为△</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负</a:t>
              </a:r>
              <a:endPar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0" name="菱形 29"/>
            <p:cNvSpPr/>
            <p:nvPr/>
          </p:nvSpPr>
          <p:spPr>
            <a:xfrm>
              <a:off x="12059" y="6135"/>
              <a:ext cx="2322" cy="996"/>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正</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0" name="菱形 59"/>
            <p:cNvSpPr/>
            <p:nvPr/>
          </p:nvSpPr>
          <p:spPr>
            <a:xfrm>
              <a:off x="12064" y="8117"/>
              <a:ext cx="2322" cy="996"/>
            </a:xfrm>
            <a:prstGeom prst="diamond">
              <a:avLst/>
            </a:prstGeom>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lIns="0" tIns="0" rIns="0" bIns="0" rtlCol="0" anchor="ctr"/>
            <a:p>
              <a:pPr algn="ctr"/>
              <a:r>
                <a:rPr lang="zh-CN" sz="800">
                  <a:latin typeface="微软雅黑" panose="020B0503020204020204" pitchFamily="34" charset="-122"/>
                  <a:ea typeface="微软雅黑" panose="020B0503020204020204" pitchFamily="34" charset="-122"/>
                  <a:cs typeface="微软雅黑" panose="020B0503020204020204" pitchFamily="34" charset="-122"/>
                  <a:sym typeface="+mn-ea"/>
                </a:rPr>
                <a:t>判定：</a:t>
              </a:r>
              <a:endParaRPr lang="zh-CN" sz="8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800" baseline="-25000">
                  <a:latin typeface="微软雅黑" panose="020B0503020204020204" pitchFamily="34" charset="-122"/>
                  <a:ea typeface="微软雅黑" panose="020B0503020204020204" pitchFamily="34" charset="-122"/>
                  <a:cs typeface="微软雅黑" panose="020B0503020204020204" pitchFamily="34" charset="-122"/>
                  <a:sym typeface="+mn-ea"/>
                </a:rPr>
                <a:t>负</a:t>
              </a:r>
              <a:r>
                <a:rPr lang="zh-CN" altLang="en-US" sz="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800">
                  <a:latin typeface="微软雅黑" panose="020B0503020204020204" pitchFamily="34" charset="-122"/>
                  <a:ea typeface="微软雅黑" panose="020B0503020204020204" pitchFamily="34" charset="-122"/>
                  <a:cs typeface="微软雅黑" panose="020B0503020204020204" pitchFamily="34" charset="-122"/>
                  <a:sym typeface="+mn-ea"/>
                </a:rPr>
                <a:t>N*100%＞Kn</a:t>
              </a:r>
              <a:endParaRPr lang="zh-CN" sz="80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78" name="肘形连接符 77"/>
            <p:cNvCxnSpPr>
              <a:stCxn id="27" idx="3"/>
              <a:endCxn id="30" idx="1"/>
            </p:cNvCxnSpPr>
            <p:nvPr/>
          </p:nvCxnSpPr>
          <p:spPr>
            <a:xfrm flipV="1">
              <a:off x="11489" y="6633"/>
              <a:ext cx="570" cy="3"/>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79" name="肘形连接符 78"/>
            <p:cNvCxnSpPr>
              <a:stCxn id="29" idx="3"/>
              <a:endCxn id="60" idx="1"/>
            </p:cNvCxnSpPr>
            <p:nvPr/>
          </p:nvCxnSpPr>
          <p:spPr>
            <a:xfrm>
              <a:off x="11488" y="8615"/>
              <a:ext cx="576" cy="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80" name="矩形 79"/>
            <p:cNvSpPr/>
            <p:nvPr/>
          </p:nvSpPr>
          <p:spPr>
            <a:xfrm>
              <a:off x="13900" y="7394"/>
              <a:ext cx="1072" cy="364"/>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流程结束</a:t>
              </a:r>
              <a:endParaRPr lang="zh-CN" altLang="en-US" sz="72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2" name="文本框 81"/>
            <p:cNvSpPr txBox="1"/>
            <p:nvPr/>
          </p:nvSpPr>
          <p:spPr>
            <a:xfrm flipH="1">
              <a:off x="13519" y="7074"/>
              <a:ext cx="120" cy="140"/>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否</a:t>
              </a:r>
              <a:endParaRPr lang="zh-CN" altLang="en-US" sz="1200">
                <a:latin typeface="微软雅黑" panose="020B0503020204020204" pitchFamily="34" charset="-122"/>
                <a:ea typeface="微软雅黑" panose="020B0503020204020204" pitchFamily="34" charset="-122"/>
              </a:endParaRPr>
            </a:p>
          </p:txBody>
        </p:sp>
        <p:cxnSp>
          <p:nvCxnSpPr>
            <p:cNvPr id="83" name="肘形连接符 82"/>
            <p:cNvCxnSpPr>
              <a:stCxn id="30" idx="2"/>
              <a:endCxn id="80" idx="1"/>
            </p:cNvCxnSpPr>
            <p:nvPr/>
          </p:nvCxnSpPr>
          <p:spPr>
            <a:xfrm rot="5400000" flipV="1">
              <a:off x="13338" y="7014"/>
              <a:ext cx="445" cy="680"/>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84" name="肘形连接符 83"/>
            <p:cNvCxnSpPr>
              <a:stCxn id="60" idx="0"/>
              <a:endCxn id="80" idx="1"/>
            </p:cNvCxnSpPr>
            <p:nvPr/>
          </p:nvCxnSpPr>
          <p:spPr>
            <a:xfrm rot="16200000">
              <a:off x="13292" y="7509"/>
              <a:ext cx="541" cy="675"/>
            </a:xfrm>
            <a:prstGeom prst="bentConnector2">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85" name="文本框 84"/>
            <p:cNvSpPr txBox="1"/>
            <p:nvPr/>
          </p:nvSpPr>
          <p:spPr>
            <a:xfrm flipH="1">
              <a:off x="14381" y="6268"/>
              <a:ext cx="322" cy="142"/>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86" name="矩形 85"/>
            <p:cNvSpPr/>
            <p:nvPr/>
          </p:nvSpPr>
          <p:spPr>
            <a:xfrm>
              <a:off x="15167" y="6268"/>
              <a:ext cx="1382" cy="736"/>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endPar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zh-CN" altLang="en-US"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7" name="矩形 86"/>
            <p:cNvSpPr/>
            <p:nvPr/>
          </p:nvSpPr>
          <p:spPr>
            <a:xfrm>
              <a:off x="15167" y="8237"/>
              <a:ext cx="1381" cy="746"/>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发送设定中值</a:t>
              </a:r>
              <a:r>
                <a:rPr lang="en-US" altLang="zh-CN" sz="92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9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偏差值</a:t>
              </a:r>
              <a:endParaRPr lang="en-US" altLang="zh-CN" sz="9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88" name="肘形连接符 87"/>
            <p:cNvCxnSpPr>
              <a:stCxn id="30" idx="3"/>
              <a:endCxn id="86" idx="1"/>
            </p:cNvCxnSpPr>
            <p:nvPr/>
          </p:nvCxnSpPr>
          <p:spPr>
            <a:xfrm>
              <a:off x="14381" y="6633"/>
              <a:ext cx="786" cy="3"/>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89" name="肘形连接符 88"/>
            <p:cNvCxnSpPr>
              <a:stCxn id="60" idx="3"/>
              <a:endCxn id="87" idx="1"/>
            </p:cNvCxnSpPr>
            <p:nvPr/>
          </p:nvCxnSpPr>
          <p:spPr>
            <a:xfrm flipV="1">
              <a:off x="14386" y="8610"/>
              <a:ext cx="781" cy="5"/>
            </a:xfrm>
            <a:prstGeom prst="bentConnector3">
              <a:avLst>
                <a:gd name="adj1" fmla="val 50064"/>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90" name="矩形 89"/>
            <p:cNvSpPr/>
            <p:nvPr/>
          </p:nvSpPr>
          <p:spPr>
            <a:xfrm>
              <a:off x="17755" y="7071"/>
              <a:ext cx="999" cy="904"/>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chorCtr="0"/>
            <a:p>
              <a:pPr algn="ctr"/>
              <a:r>
                <a:rPr lang="zh-CN" sz="1000">
                  <a:solidFill>
                    <a:srgbClr val="FF0000"/>
                  </a:solidFill>
                  <a:latin typeface="微软雅黑" panose="020B0503020204020204" pitchFamily="34" charset="-122"/>
                  <a:ea typeface="微软雅黑" panose="020B0503020204020204" pitchFamily="34" charset="-122"/>
                  <a:sym typeface="+mn-ea"/>
                </a:rPr>
                <a:t>上隔膜放卷</a:t>
              </a:r>
              <a:r>
                <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纠偏设定中值</a:t>
              </a:r>
              <a:endParaRPr lang="zh-CN" sz="1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91" name="肘形连接符 90"/>
            <p:cNvCxnSpPr>
              <a:stCxn id="87" idx="3"/>
              <a:endCxn id="90" idx="1"/>
            </p:cNvCxnSpPr>
            <p:nvPr/>
          </p:nvCxnSpPr>
          <p:spPr>
            <a:xfrm flipV="1">
              <a:off x="16548" y="7523"/>
              <a:ext cx="1207" cy="1087"/>
            </a:xfrm>
            <a:prstGeom prst="bentConnector3">
              <a:avLst>
                <a:gd name="adj1" fmla="val 50041"/>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92" name="文本框 91"/>
            <p:cNvSpPr txBox="1"/>
            <p:nvPr/>
          </p:nvSpPr>
          <p:spPr>
            <a:xfrm flipH="1">
              <a:off x="14386" y="8841"/>
              <a:ext cx="322" cy="142"/>
            </a:xfrm>
            <a:prstGeom prst="rect">
              <a:avLst/>
            </a:prstGeom>
            <a:noFill/>
          </p:spPr>
          <p:txBody>
            <a:bodyPr wrap="square" lIns="36195" tIns="0" rIns="36195" bIns="0" rtlCol="0">
              <a:noAutofit/>
            </a:bodyPr>
            <a:p>
              <a:pPr algn="ctr"/>
              <a:r>
                <a:rPr lang="zh-CN" altLang="en-US" sz="1200">
                  <a:latin typeface="微软雅黑" panose="020B0503020204020204" pitchFamily="34" charset="-122"/>
                  <a:ea typeface="微软雅黑" panose="020B0503020204020204" pitchFamily="34" charset="-122"/>
                </a:rPr>
                <a:t>是</a:t>
              </a:r>
              <a:endParaRPr lang="zh-CN" altLang="en-US" sz="1200">
                <a:latin typeface="微软雅黑" panose="020B0503020204020204" pitchFamily="34" charset="-122"/>
                <a:ea typeface="微软雅黑" panose="020B0503020204020204" pitchFamily="34" charset="-122"/>
              </a:endParaRPr>
            </a:p>
          </p:txBody>
        </p:sp>
        <p:sp>
          <p:nvSpPr>
            <p:cNvPr id="93" name="矩形 92"/>
            <p:cNvSpPr/>
            <p:nvPr/>
          </p:nvSpPr>
          <p:spPr>
            <a:xfrm>
              <a:off x="2567" y="6880"/>
              <a:ext cx="1796" cy="1237"/>
            </a:xfrm>
            <a:prstGeom prst="rect">
              <a:avLst/>
            </a:prstGeom>
            <a:noFill/>
            <a:ln>
              <a:solidFill>
                <a:srgbClr val="00B050"/>
              </a:solidFill>
            </a:ln>
            <a:extLst>
              <a:ext uri="{909E8E84-426E-40DD-AFC4-6F175D3DCCD1}">
                <a14:hiddenFill xmlns:a14="http://schemas.microsoft.com/office/drawing/2010/main">
                  <a:solidFill>
                    <a:srgbClr val="00B05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lIns="36195" tIns="36195" rIns="36195" bIns="0" rtlCol="0" anchor="ctr" anchorCtr="0"/>
            <a:p>
              <a:pPr algn="ctr"/>
              <a:r>
                <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筛选</a:t>
              </a:r>
              <a:endParaRPr lang="zh-CN" altLang="en-US" sz="102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检测</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目标</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2mm</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计数采集个数为</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料线检测值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检测</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纠偏设定值</a:t>
              </a:r>
              <a:r>
                <a:rPr lang="en-US" altLang="zh-CN" sz="82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endParaRPr lang="zh-CN" altLang="en-US" sz="82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94" name="肘形连接符 93"/>
            <p:cNvCxnSpPr>
              <a:stCxn id="93" idx="3"/>
              <a:endCxn id="10" idx="1"/>
            </p:cNvCxnSpPr>
            <p:nvPr/>
          </p:nvCxnSpPr>
          <p:spPr>
            <a:xfrm flipV="1">
              <a:off x="4363" y="7496"/>
              <a:ext cx="662" cy="3"/>
            </a:xfrm>
            <a:prstGeom prst="bentConnector3">
              <a:avLst>
                <a:gd name="adj1" fmla="val 50000"/>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95" name="肘形连接符 94"/>
            <p:cNvCxnSpPr>
              <a:endCxn id="93" idx="1"/>
            </p:cNvCxnSpPr>
            <p:nvPr/>
          </p:nvCxnSpPr>
          <p:spPr>
            <a:xfrm>
              <a:off x="1869" y="7492"/>
              <a:ext cx="698" cy="7"/>
            </a:xfrm>
            <a:prstGeom prst="bentConnector3">
              <a:avLst>
                <a:gd name="adj1" fmla="val 50143"/>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96" name="文本框 95"/>
            <p:cNvSpPr txBox="1"/>
            <p:nvPr/>
          </p:nvSpPr>
          <p:spPr>
            <a:xfrm>
              <a:off x="589" y="8279"/>
              <a:ext cx="2982" cy="786"/>
            </a:xfrm>
            <a:prstGeom prst="rect">
              <a:avLst/>
            </a:prstGeom>
            <a:solidFill>
              <a:schemeClr val="accent6">
                <a:lumMod val="40000"/>
                <a:lumOff val="60000"/>
              </a:schemeClr>
            </a:solidFill>
          </p:spPr>
          <p:txBody>
            <a:bodyPr wrap="square" rtlCol="0" anchor="t">
              <a:spAutoFit/>
            </a:bodyPr>
            <a:p>
              <a:pPr>
                <a:lnSpc>
                  <a:spcPct val="130000"/>
                </a:lnSpc>
              </a:pPr>
              <a:r>
                <a:rPr lang="en-US" altLang="zh-CN" sz="10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20" baseline="-25000">
                  <a:latin typeface="微软雅黑" panose="020B0503020204020204" pitchFamily="34" charset="-122"/>
                  <a:ea typeface="微软雅黑" panose="020B0503020204020204" pitchFamily="34" charset="-122"/>
                  <a:cs typeface="微软雅黑" panose="020B0503020204020204" pitchFamily="34" charset="-122"/>
                  <a:sym typeface="+mn-ea"/>
                </a:rPr>
                <a:t>检测：</a:t>
              </a:r>
              <a:r>
                <a:rPr lang="zh-CN" altLang="en-US" sz="1020">
                  <a:latin typeface="微软雅黑" panose="020B0503020204020204" pitchFamily="34" charset="-122"/>
                  <a:ea typeface="微软雅黑" panose="020B0503020204020204" pitchFamily="34" charset="-122"/>
                  <a:cs typeface="微软雅黑" panose="020B0503020204020204" pitchFamily="34" charset="-122"/>
                  <a:sym typeface="+mn-ea"/>
                </a:rPr>
                <a:t>上隔膜外侧破损实时值</a:t>
              </a:r>
              <a:endParaRPr lang="zh-CN" altLang="en-US" sz="102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30000"/>
                </a:lnSpc>
              </a:pPr>
              <a:r>
                <a:rPr lang="en-US" altLang="zh-CN" sz="10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20" baseline="-25000">
                  <a:latin typeface="微软雅黑" panose="020B0503020204020204" pitchFamily="34" charset="-122"/>
                  <a:ea typeface="微软雅黑" panose="020B0503020204020204" pitchFamily="34" charset="-122"/>
                  <a:cs typeface="微软雅黑" panose="020B0503020204020204" pitchFamily="34" charset="-122"/>
                  <a:sym typeface="+mn-ea"/>
                </a:rPr>
                <a:t>目标：</a:t>
              </a:r>
              <a:r>
                <a:rPr lang="zh-CN" altLang="en-US" sz="1020">
                  <a:latin typeface="微软雅黑" panose="020B0503020204020204" pitchFamily="34" charset="-122"/>
                  <a:ea typeface="微软雅黑" panose="020B0503020204020204" pitchFamily="34" charset="-122"/>
                  <a:cs typeface="微软雅黑" panose="020B0503020204020204" pitchFamily="34" charset="-122"/>
                  <a:sym typeface="+mn-ea"/>
                </a:rPr>
                <a:t>上隔膜外侧破标定值</a:t>
              </a:r>
              <a:endParaRPr lang="zh-CN" altLang="en-US" sz="102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7" name="文本框 96"/>
            <p:cNvSpPr txBox="1"/>
            <p:nvPr/>
          </p:nvSpPr>
          <p:spPr>
            <a:xfrm>
              <a:off x="480" y="5737"/>
              <a:ext cx="9642" cy="531"/>
            </a:xfrm>
            <a:prstGeom prst="rect">
              <a:avLst/>
            </a:prstGeom>
            <a:noFill/>
          </p:spPr>
          <p:txBody>
            <a:bodyPr wrap="square" rtlCol="0">
              <a:spAutoFit/>
            </a:bodyPr>
            <a:p>
              <a:pPr marL="285750" indent="-285750">
                <a:buFont typeface="Wingdings" panose="05000000000000000000" charset="0"/>
                <a:buChar char="l"/>
              </a:pPr>
              <a:r>
                <a:rPr lang="zh-CN" altLang="en-US" sz="1600">
                  <a:latin typeface="微软雅黑" panose="020B0503020204020204" pitchFamily="34" charset="-122"/>
                  <a:ea typeface="微软雅黑" panose="020B0503020204020204" pitchFamily="34" charset="-122"/>
                  <a:sym typeface="+mn-ea"/>
                </a:rPr>
                <a:t>上隔膜</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破损实时值（过程）</a:t>
              </a:r>
              <a:r>
                <a:rPr lang="zh-CN" altLang="en-US" sz="1600">
                  <a:latin typeface="微软雅黑" panose="020B0503020204020204" pitchFamily="34" charset="-122"/>
                  <a:ea typeface="微软雅黑" panose="020B0503020204020204" pitchFamily="34" charset="-122"/>
                </a:rPr>
                <a:t>和上隔膜放卷纠偏的反馈控制流程</a:t>
              </a:r>
              <a:endParaRPr lang="zh-CN" altLang="en-US" sz="1600">
                <a:latin typeface="微软雅黑" panose="020B0503020204020204" pitchFamily="34" charset="-122"/>
                <a:ea typeface="微软雅黑" panose="020B0503020204020204" pitchFamily="34" charset="-122"/>
              </a:endParaRPr>
            </a:p>
          </p:txBody>
        </p:sp>
        <p:sp>
          <p:nvSpPr>
            <p:cNvPr id="2" name="文本框 1"/>
            <p:cNvSpPr txBox="1"/>
            <p:nvPr/>
          </p:nvSpPr>
          <p:spPr>
            <a:xfrm>
              <a:off x="537" y="12922"/>
              <a:ext cx="2982" cy="786"/>
            </a:xfrm>
            <a:prstGeom prst="rect">
              <a:avLst/>
            </a:prstGeom>
            <a:solidFill>
              <a:schemeClr val="accent6">
                <a:lumMod val="40000"/>
                <a:lumOff val="60000"/>
              </a:schemeClr>
            </a:solidFill>
          </p:spPr>
          <p:txBody>
            <a:bodyPr wrap="square" rtlCol="0" anchor="t">
              <a:spAutoFit/>
            </a:bodyPr>
            <a:p>
              <a:pPr>
                <a:lnSpc>
                  <a:spcPct val="130000"/>
                </a:lnSpc>
              </a:pPr>
              <a:r>
                <a:rPr lang="en-US" altLang="zh-CN" sz="10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20" baseline="-25000">
                  <a:latin typeface="微软雅黑" panose="020B0503020204020204" pitchFamily="34" charset="-122"/>
                  <a:ea typeface="微软雅黑" panose="020B0503020204020204" pitchFamily="34" charset="-122"/>
                  <a:cs typeface="微软雅黑" panose="020B0503020204020204" pitchFamily="34" charset="-122"/>
                  <a:sym typeface="+mn-ea"/>
                </a:rPr>
                <a:t>检测：下</a:t>
              </a:r>
              <a:r>
                <a:rPr lang="zh-CN" altLang="en-US" sz="1020">
                  <a:latin typeface="微软雅黑" panose="020B0503020204020204" pitchFamily="34" charset="-122"/>
                  <a:ea typeface="微软雅黑" panose="020B0503020204020204" pitchFamily="34" charset="-122"/>
                  <a:cs typeface="微软雅黑" panose="020B0503020204020204" pitchFamily="34" charset="-122"/>
                  <a:sym typeface="+mn-ea"/>
                </a:rPr>
                <a:t>隔膜外侧破损实时值</a:t>
              </a:r>
              <a:endParaRPr lang="zh-CN" altLang="en-US" sz="102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30000"/>
                </a:lnSpc>
              </a:pPr>
              <a:r>
                <a:rPr lang="en-US" altLang="zh-CN" sz="102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altLang="en-US" sz="1020" baseline="-25000">
                  <a:latin typeface="微软雅黑" panose="020B0503020204020204" pitchFamily="34" charset="-122"/>
                  <a:ea typeface="微软雅黑" panose="020B0503020204020204" pitchFamily="34" charset="-122"/>
                  <a:cs typeface="微软雅黑" panose="020B0503020204020204" pitchFamily="34" charset="-122"/>
                  <a:sym typeface="+mn-ea"/>
                </a:rPr>
                <a:t>目标：下</a:t>
              </a:r>
              <a:r>
                <a:rPr lang="zh-CN" altLang="en-US" sz="1020">
                  <a:latin typeface="微软雅黑" panose="020B0503020204020204" pitchFamily="34" charset="-122"/>
                  <a:ea typeface="微软雅黑" panose="020B0503020204020204" pitchFamily="34" charset="-122"/>
                  <a:cs typeface="微软雅黑" panose="020B0503020204020204" pitchFamily="34" charset="-122"/>
                  <a:sym typeface="+mn-ea"/>
                </a:rPr>
                <a:t>隔膜外侧破标定值</a:t>
              </a:r>
              <a:endParaRPr lang="zh-CN" altLang="en-US" sz="102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50495" y="172720"/>
            <a:ext cx="11835765" cy="6454140"/>
          </a:xfrm>
          <a:prstGeom prst="rect">
            <a:avLst/>
          </a:prstGeom>
        </p:spPr>
      </p:pic>
      <p:sp>
        <p:nvSpPr>
          <p:cNvPr id="7" name="矩形 6"/>
          <p:cNvSpPr/>
          <p:nvPr/>
        </p:nvSpPr>
        <p:spPr>
          <a:xfrm>
            <a:off x="1819275" y="2856865"/>
            <a:ext cx="1428750" cy="256540"/>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r>
              <a:rPr lang="zh-CN" altLang="en-US" sz="1200"/>
              <a:t>正极纠偏控制</a:t>
            </a:r>
            <a:endParaRPr lang="zh-CN" altLang="en-US" sz="1200"/>
          </a:p>
        </p:txBody>
      </p:sp>
      <p:sp>
        <p:nvSpPr>
          <p:cNvPr id="8" name="矩形 7"/>
          <p:cNvSpPr/>
          <p:nvPr/>
        </p:nvSpPr>
        <p:spPr>
          <a:xfrm>
            <a:off x="3460750" y="2856865"/>
            <a:ext cx="1428750" cy="256540"/>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r>
              <a:rPr lang="zh-CN" altLang="en-US" sz="1200"/>
              <a:t>负极纠偏控制</a:t>
            </a:r>
            <a:endParaRPr lang="zh-CN" altLang="en-US" sz="1200"/>
          </a:p>
        </p:txBody>
      </p:sp>
      <p:sp>
        <p:nvSpPr>
          <p:cNvPr id="12" name="矩形 11"/>
          <p:cNvSpPr/>
          <p:nvPr/>
        </p:nvSpPr>
        <p:spPr>
          <a:xfrm>
            <a:off x="5219065" y="2856865"/>
            <a:ext cx="1428750" cy="256540"/>
          </a:xfrm>
          <a:prstGeom prst="rect">
            <a:avLst/>
          </a:prstGeom>
        </p:spPr>
        <p:style>
          <a:lnRef idx="0">
            <a:srgbClr val="FFFFFF"/>
          </a:lnRef>
          <a:fillRef idx="1">
            <a:schemeClr val="accent1"/>
          </a:fillRef>
          <a:effectRef idx="0">
            <a:srgbClr val="FFFFFF"/>
          </a:effectRef>
          <a:fontRef idx="minor">
            <a:schemeClr val="lt1"/>
          </a:fontRef>
        </p:style>
        <p:txBody>
          <a:bodyPr rtlCol="0" anchor="ctr"/>
          <a:p>
            <a:pPr algn="ctr"/>
            <a:r>
              <a:rPr lang="zh-CN" altLang="en-US" sz="1200"/>
              <a:t>隔膜纠偏控制</a:t>
            </a:r>
            <a:endParaRPr lang="zh-CN" altLang="en-US" sz="1200"/>
          </a:p>
        </p:txBody>
      </p:sp>
      <p:grpSp>
        <p:nvGrpSpPr>
          <p:cNvPr id="34" name="组合 33"/>
          <p:cNvGrpSpPr/>
          <p:nvPr/>
        </p:nvGrpSpPr>
        <p:grpSpPr>
          <a:xfrm>
            <a:off x="1842770" y="519430"/>
            <a:ext cx="2712720" cy="1602740"/>
            <a:chOff x="2902" y="818"/>
            <a:chExt cx="4272" cy="2524"/>
          </a:xfrm>
        </p:grpSpPr>
        <p:cxnSp>
          <p:nvCxnSpPr>
            <p:cNvPr id="19" name="直接箭头连接符 18"/>
            <p:cNvCxnSpPr/>
            <p:nvPr/>
          </p:nvCxnSpPr>
          <p:spPr>
            <a:xfrm flipH="1" flipV="1">
              <a:off x="2902" y="992"/>
              <a:ext cx="29" cy="2350"/>
            </a:xfrm>
            <a:prstGeom prst="straightConnector1">
              <a:avLst/>
            </a:prstGeom>
            <a:ln w="19050">
              <a:solidFill>
                <a:schemeClr val="tx2"/>
              </a:solidFill>
              <a:headEnd type="none"/>
              <a:tailEnd type="arrow" w="lg" len="lg"/>
            </a:ln>
          </p:spPr>
          <p:style>
            <a:lnRef idx="2">
              <a:schemeClr val="accent1"/>
            </a:lnRef>
            <a:fillRef idx="0">
              <a:srgbClr val="FFFFFF"/>
            </a:fillRef>
            <a:effectRef idx="0">
              <a:srgbClr val="FFFFFF"/>
            </a:effectRef>
            <a:fontRef idx="minor">
              <a:schemeClr val="tx1"/>
            </a:fontRef>
          </p:style>
        </p:cxnSp>
        <p:cxnSp>
          <p:nvCxnSpPr>
            <p:cNvPr id="20" name="直接箭头连接符 19"/>
            <p:cNvCxnSpPr/>
            <p:nvPr/>
          </p:nvCxnSpPr>
          <p:spPr>
            <a:xfrm>
              <a:off x="2956" y="3292"/>
              <a:ext cx="4125" cy="0"/>
            </a:xfrm>
            <a:prstGeom prst="straightConnector1">
              <a:avLst/>
            </a:prstGeom>
            <a:ln w="19050">
              <a:solidFill>
                <a:schemeClr val="tx2"/>
              </a:solidFill>
              <a:headEnd type="none"/>
              <a:tailEnd type="arrow" w="lg" len="lg"/>
            </a:ln>
          </p:spPr>
          <p:style>
            <a:lnRef idx="2">
              <a:schemeClr val="accent1"/>
            </a:lnRef>
            <a:fillRef idx="0">
              <a:srgbClr val="FFFFFF"/>
            </a:fillRef>
            <a:effectRef idx="0">
              <a:srgbClr val="FFFFFF"/>
            </a:effectRef>
            <a:fontRef idx="minor">
              <a:schemeClr val="tx1"/>
            </a:fontRef>
          </p:style>
        </p:cxnSp>
        <p:cxnSp>
          <p:nvCxnSpPr>
            <p:cNvPr id="23" name="直接连接符 22"/>
            <p:cNvCxnSpPr/>
            <p:nvPr/>
          </p:nvCxnSpPr>
          <p:spPr>
            <a:xfrm flipV="1">
              <a:off x="2956" y="1855"/>
              <a:ext cx="3488" cy="25"/>
            </a:xfrm>
            <a:prstGeom prst="line">
              <a:avLst/>
            </a:prstGeom>
            <a:ln w="19050">
              <a:solidFill>
                <a:srgbClr val="FF0000"/>
              </a:solidFill>
              <a:headEnd type="none"/>
              <a:tailEnd type="none" w="lg" len="lg"/>
            </a:ln>
          </p:spPr>
          <p:style>
            <a:lnRef idx="2">
              <a:schemeClr val="accent1"/>
            </a:lnRef>
            <a:fillRef idx="0">
              <a:srgbClr val="FFFFFF"/>
            </a:fillRef>
            <a:effectRef idx="0">
              <a:srgbClr val="FFFFFF"/>
            </a:effectRef>
            <a:fontRef idx="minor">
              <a:schemeClr val="tx1"/>
            </a:fontRef>
          </p:style>
        </p:cxnSp>
        <p:sp>
          <p:nvSpPr>
            <p:cNvPr id="30" name="文本框 29"/>
            <p:cNvSpPr txBox="1"/>
            <p:nvPr/>
          </p:nvSpPr>
          <p:spPr>
            <a:xfrm>
              <a:off x="3200" y="818"/>
              <a:ext cx="3975" cy="580"/>
            </a:xfrm>
            <a:prstGeom prst="rect">
              <a:avLst/>
            </a:prstGeom>
            <a:noFill/>
          </p:spPr>
          <p:txBody>
            <a:bodyPr wrap="square" rtlCol="0">
              <a:spAutoFit/>
            </a:bodyPr>
            <a:p>
              <a:r>
                <a:rPr lang="zh-CN" altLang="en-US"/>
                <a:t>周期内入料纠偏数据图</a:t>
              </a:r>
              <a:endParaRPr lang="zh-CN" altLang="en-US"/>
            </a:p>
          </p:txBody>
        </p:sp>
        <p:cxnSp>
          <p:nvCxnSpPr>
            <p:cNvPr id="31" name="曲线连接符 30"/>
            <p:cNvCxnSpPr/>
            <p:nvPr/>
          </p:nvCxnSpPr>
          <p:spPr>
            <a:xfrm flipV="1">
              <a:off x="3043" y="2343"/>
              <a:ext cx="3438" cy="474"/>
            </a:xfrm>
            <a:prstGeom prst="curvedConnector3">
              <a:avLst>
                <a:gd name="adj1" fmla="val 50029"/>
              </a:avLst>
            </a:prstGeom>
            <a:ln w="19050">
              <a:solidFill>
                <a:schemeClr val="accent1"/>
              </a:solidFill>
              <a:headEnd type="none"/>
              <a:tailEnd type="arrow" w="lg" len="lg"/>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5450" y="1398"/>
              <a:ext cx="1630" cy="434"/>
            </a:xfrm>
            <a:prstGeom prst="rect">
              <a:avLst/>
            </a:prstGeom>
            <a:noFill/>
          </p:spPr>
          <p:txBody>
            <a:bodyPr wrap="square" rtlCol="0">
              <a:spAutoFit/>
            </a:bodyPr>
            <a:p>
              <a:r>
                <a:rPr lang="zh-CN" altLang="en-US" sz="1200">
                  <a:latin typeface="微软雅黑" panose="020B0503020204020204" pitchFamily="34" charset="-122"/>
                  <a:ea typeface="微软雅黑" panose="020B0503020204020204" pitchFamily="34" charset="-122"/>
                </a:rPr>
                <a:t>设定值</a:t>
              </a:r>
              <a:endParaRPr lang="zh-CN" altLang="en-US" sz="1200">
                <a:latin typeface="微软雅黑" panose="020B0503020204020204" pitchFamily="34" charset="-122"/>
                <a:ea typeface="微软雅黑" panose="020B0503020204020204" pitchFamily="34" charset="-122"/>
              </a:endParaRPr>
            </a:p>
          </p:txBody>
        </p:sp>
        <p:sp>
          <p:nvSpPr>
            <p:cNvPr id="33" name="文本框 32"/>
            <p:cNvSpPr txBox="1"/>
            <p:nvPr/>
          </p:nvSpPr>
          <p:spPr>
            <a:xfrm>
              <a:off x="5375" y="2186"/>
              <a:ext cx="1630" cy="434"/>
            </a:xfrm>
            <a:prstGeom prst="rect">
              <a:avLst/>
            </a:prstGeom>
            <a:noFill/>
          </p:spPr>
          <p:txBody>
            <a:bodyPr wrap="square" rtlCol="0">
              <a:spAutoFit/>
            </a:bodyPr>
            <a:p>
              <a:r>
                <a:rPr lang="zh-CN" altLang="en-US" sz="1200">
                  <a:latin typeface="微软雅黑" panose="020B0503020204020204" pitchFamily="34" charset="-122"/>
                  <a:ea typeface="微软雅黑" panose="020B0503020204020204" pitchFamily="34" charset="-122"/>
                </a:rPr>
                <a:t>检测值</a:t>
              </a:r>
              <a:endParaRPr lang="zh-CN" altLang="en-US" sz="1200">
                <a:latin typeface="微软雅黑" panose="020B0503020204020204" pitchFamily="34" charset="-122"/>
                <a:ea typeface="微软雅黑" panose="020B0503020204020204" pitchFamily="34" charset="-122"/>
              </a:endParaRPr>
            </a:p>
          </p:txBody>
        </p:sp>
      </p:grpSp>
      <p:grpSp>
        <p:nvGrpSpPr>
          <p:cNvPr id="35" name="组合 34"/>
          <p:cNvGrpSpPr/>
          <p:nvPr/>
        </p:nvGrpSpPr>
        <p:grpSpPr>
          <a:xfrm>
            <a:off x="5160645" y="614680"/>
            <a:ext cx="2713355" cy="1602740"/>
            <a:chOff x="2902" y="818"/>
            <a:chExt cx="4273" cy="2524"/>
          </a:xfrm>
        </p:grpSpPr>
        <p:cxnSp>
          <p:nvCxnSpPr>
            <p:cNvPr id="36" name="直接箭头连接符 35"/>
            <p:cNvCxnSpPr/>
            <p:nvPr/>
          </p:nvCxnSpPr>
          <p:spPr>
            <a:xfrm flipH="1" flipV="1">
              <a:off x="2902" y="992"/>
              <a:ext cx="29" cy="2350"/>
            </a:xfrm>
            <a:prstGeom prst="straightConnector1">
              <a:avLst/>
            </a:prstGeom>
            <a:ln w="19050">
              <a:solidFill>
                <a:schemeClr val="tx2"/>
              </a:solidFill>
              <a:headEnd type="none"/>
              <a:tailEnd type="arrow" w="lg" len="lg"/>
            </a:ln>
          </p:spPr>
          <p:style>
            <a:lnRef idx="2">
              <a:schemeClr val="accent1"/>
            </a:lnRef>
            <a:fillRef idx="0">
              <a:srgbClr val="FFFFFF"/>
            </a:fillRef>
            <a:effectRef idx="0">
              <a:srgbClr val="FFFFFF"/>
            </a:effectRef>
            <a:fontRef idx="minor">
              <a:schemeClr val="tx1"/>
            </a:fontRef>
          </p:style>
        </p:cxnSp>
        <p:cxnSp>
          <p:nvCxnSpPr>
            <p:cNvPr id="37" name="直接箭头连接符 36"/>
            <p:cNvCxnSpPr/>
            <p:nvPr/>
          </p:nvCxnSpPr>
          <p:spPr>
            <a:xfrm>
              <a:off x="2956" y="3292"/>
              <a:ext cx="4125" cy="0"/>
            </a:xfrm>
            <a:prstGeom prst="straightConnector1">
              <a:avLst/>
            </a:prstGeom>
            <a:ln w="19050">
              <a:solidFill>
                <a:schemeClr val="tx2"/>
              </a:solidFill>
              <a:headEnd type="none"/>
              <a:tailEnd type="arrow" w="lg" len="lg"/>
            </a:ln>
          </p:spPr>
          <p:style>
            <a:lnRef idx="2">
              <a:schemeClr val="accent1"/>
            </a:lnRef>
            <a:fillRef idx="0">
              <a:srgbClr val="FFFFFF"/>
            </a:fillRef>
            <a:effectRef idx="0">
              <a:srgbClr val="FFFFFF"/>
            </a:effectRef>
            <a:fontRef idx="minor">
              <a:schemeClr val="tx1"/>
            </a:fontRef>
          </p:style>
        </p:cxnSp>
        <p:cxnSp>
          <p:nvCxnSpPr>
            <p:cNvPr id="38" name="直接连接符 37"/>
            <p:cNvCxnSpPr/>
            <p:nvPr/>
          </p:nvCxnSpPr>
          <p:spPr>
            <a:xfrm flipV="1">
              <a:off x="2956" y="1855"/>
              <a:ext cx="3488" cy="25"/>
            </a:xfrm>
            <a:prstGeom prst="line">
              <a:avLst/>
            </a:prstGeom>
            <a:ln w="19050">
              <a:solidFill>
                <a:srgbClr val="FF0000"/>
              </a:solidFill>
              <a:headEnd type="none"/>
              <a:tailEnd type="none" w="lg" len="lg"/>
            </a:ln>
          </p:spPr>
          <p:style>
            <a:lnRef idx="2">
              <a:schemeClr val="accent1"/>
            </a:lnRef>
            <a:fillRef idx="0">
              <a:srgbClr val="FFFFFF"/>
            </a:fillRef>
            <a:effectRef idx="0">
              <a:srgbClr val="FFFFFF"/>
            </a:effectRef>
            <a:fontRef idx="minor">
              <a:schemeClr val="tx1"/>
            </a:fontRef>
          </p:style>
        </p:cxnSp>
        <p:sp>
          <p:nvSpPr>
            <p:cNvPr id="39" name="文本框 38"/>
            <p:cNvSpPr txBox="1"/>
            <p:nvPr/>
          </p:nvSpPr>
          <p:spPr>
            <a:xfrm>
              <a:off x="3200" y="818"/>
              <a:ext cx="3975" cy="580"/>
            </a:xfrm>
            <a:prstGeom prst="rect">
              <a:avLst/>
            </a:prstGeom>
            <a:noFill/>
          </p:spPr>
          <p:txBody>
            <a:bodyPr wrap="square" rtlCol="0">
              <a:spAutoFit/>
            </a:bodyPr>
            <a:p>
              <a:r>
                <a:rPr lang="zh-CN" altLang="en-US"/>
                <a:t>周期内过程纠偏数据图</a:t>
              </a:r>
              <a:endParaRPr lang="zh-CN" altLang="en-US"/>
            </a:p>
          </p:txBody>
        </p:sp>
        <p:cxnSp>
          <p:nvCxnSpPr>
            <p:cNvPr id="40" name="曲线连接符 39"/>
            <p:cNvCxnSpPr/>
            <p:nvPr/>
          </p:nvCxnSpPr>
          <p:spPr>
            <a:xfrm flipV="1">
              <a:off x="3043" y="2343"/>
              <a:ext cx="3438" cy="474"/>
            </a:xfrm>
            <a:prstGeom prst="curvedConnector3">
              <a:avLst>
                <a:gd name="adj1" fmla="val 50029"/>
              </a:avLst>
            </a:prstGeom>
            <a:ln w="19050">
              <a:solidFill>
                <a:schemeClr val="accent1"/>
              </a:solidFill>
              <a:headEnd type="none"/>
              <a:tailEnd type="arrow" w="lg" len="lg"/>
            </a:ln>
          </p:spPr>
          <p:style>
            <a:lnRef idx="2">
              <a:schemeClr val="accent1"/>
            </a:lnRef>
            <a:fillRef idx="0">
              <a:srgbClr val="FFFFFF"/>
            </a:fillRef>
            <a:effectRef idx="0">
              <a:srgbClr val="FFFFFF"/>
            </a:effectRef>
            <a:fontRef idx="minor">
              <a:schemeClr val="tx1"/>
            </a:fontRef>
          </p:style>
        </p:cxnSp>
        <p:sp>
          <p:nvSpPr>
            <p:cNvPr id="41" name="文本框 40"/>
            <p:cNvSpPr txBox="1"/>
            <p:nvPr/>
          </p:nvSpPr>
          <p:spPr>
            <a:xfrm>
              <a:off x="5450" y="1398"/>
              <a:ext cx="1630" cy="434"/>
            </a:xfrm>
            <a:prstGeom prst="rect">
              <a:avLst/>
            </a:prstGeom>
            <a:noFill/>
          </p:spPr>
          <p:txBody>
            <a:bodyPr wrap="square" rtlCol="0">
              <a:spAutoFit/>
            </a:bodyPr>
            <a:p>
              <a:r>
                <a:rPr lang="zh-CN" altLang="en-US" sz="1200">
                  <a:latin typeface="微软雅黑" panose="020B0503020204020204" pitchFamily="34" charset="-122"/>
                  <a:ea typeface="微软雅黑" panose="020B0503020204020204" pitchFamily="34" charset="-122"/>
                </a:rPr>
                <a:t>设定值</a:t>
              </a:r>
              <a:endParaRPr lang="zh-CN" altLang="en-US" sz="1200">
                <a:latin typeface="微软雅黑" panose="020B0503020204020204" pitchFamily="34" charset="-122"/>
                <a:ea typeface="微软雅黑" panose="020B0503020204020204" pitchFamily="34" charset="-122"/>
              </a:endParaRPr>
            </a:p>
          </p:txBody>
        </p:sp>
        <p:sp>
          <p:nvSpPr>
            <p:cNvPr id="42" name="文本框 41"/>
            <p:cNvSpPr txBox="1"/>
            <p:nvPr/>
          </p:nvSpPr>
          <p:spPr>
            <a:xfrm>
              <a:off x="5375" y="2186"/>
              <a:ext cx="1630" cy="434"/>
            </a:xfrm>
            <a:prstGeom prst="rect">
              <a:avLst/>
            </a:prstGeom>
            <a:noFill/>
          </p:spPr>
          <p:txBody>
            <a:bodyPr wrap="square" rtlCol="0">
              <a:spAutoFit/>
            </a:bodyPr>
            <a:p>
              <a:r>
                <a:rPr lang="zh-CN" altLang="en-US" sz="1200">
                  <a:latin typeface="微软雅黑" panose="020B0503020204020204" pitchFamily="34" charset="-122"/>
                  <a:ea typeface="微软雅黑" panose="020B0503020204020204" pitchFamily="34" charset="-122"/>
                </a:rPr>
                <a:t>检测值</a:t>
              </a:r>
              <a:endParaRPr lang="zh-CN" altLang="en-US" sz="1200">
                <a:latin typeface="微软雅黑" panose="020B0503020204020204" pitchFamily="34" charset="-122"/>
                <a:ea typeface="微软雅黑" panose="020B0503020204020204" pitchFamily="34" charset="-122"/>
              </a:endParaRPr>
            </a:p>
          </p:txBody>
        </p:sp>
      </p:grpSp>
      <p:grpSp>
        <p:nvGrpSpPr>
          <p:cNvPr id="43" name="组合 42"/>
          <p:cNvGrpSpPr/>
          <p:nvPr/>
        </p:nvGrpSpPr>
        <p:grpSpPr>
          <a:xfrm>
            <a:off x="8539480" y="645160"/>
            <a:ext cx="2713355" cy="1602740"/>
            <a:chOff x="2902" y="818"/>
            <a:chExt cx="4273" cy="2524"/>
          </a:xfrm>
        </p:grpSpPr>
        <p:cxnSp>
          <p:nvCxnSpPr>
            <p:cNvPr id="44" name="直接箭头连接符 43"/>
            <p:cNvCxnSpPr/>
            <p:nvPr/>
          </p:nvCxnSpPr>
          <p:spPr>
            <a:xfrm flipH="1" flipV="1">
              <a:off x="2902" y="992"/>
              <a:ext cx="29" cy="2350"/>
            </a:xfrm>
            <a:prstGeom prst="straightConnector1">
              <a:avLst/>
            </a:prstGeom>
            <a:ln w="19050">
              <a:solidFill>
                <a:schemeClr val="tx2"/>
              </a:solidFill>
              <a:headEnd type="none"/>
              <a:tailEnd type="arrow" w="lg" len="lg"/>
            </a:ln>
          </p:spPr>
          <p:style>
            <a:lnRef idx="2">
              <a:schemeClr val="accent1"/>
            </a:lnRef>
            <a:fillRef idx="0">
              <a:srgbClr val="FFFFFF"/>
            </a:fillRef>
            <a:effectRef idx="0">
              <a:srgbClr val="FFFFFF"/>
            </a:effectRef>
            <a:fontRef idx="minor">
              <a:schemeClr val="tx1"/>
            </a:fontRef>
          </p:style>
        </p:cxnSp>
        <p:cxnSp>
          <p:nvCxnSpPr>
            <p:cNvPr id="45" name="直接箭头连接符 44"/>
            <p:cNvCxnSpPr/>
            <p:nvPr/>
          </p:nvCxnSpPr>
          <p:spPr>
            <a:xfrm>
              <a:off x="2956" y="3292"/>
              <a:ext cx="4125" cy="0"/>
            </a:xfrm>
            <a:prstGeom prst="straightConnector1">
              <a:avLst/>
            </a:prstGeom>
            <a:ln w="19050">
              <a:solidFill>
                <a:schemeClr val="tx2"/>
              </a:solidFill>
              <a:headEnd type="none"/>
              <a:tailEnd type="arrow" w="lg" len="lg"/>
            </a:ln>
          </p:spPr>
          <p:style>
            <a:lnRef idx="2">
              <a:schemeClr val="accent1"/>
            </a:lnRef>
            <a:fillRef idx="0">
              <a:srgbClr val="FFFFFF"/>
            </a:fillRef>
            <a:effectRef idx="0">
              <a:srgbClr val="FFFFFF"/>
            </a:effectRef>
            <a:fontRef idx="minor">
              <a:schemeClr val="tx1"/>
            </a:fontRef>
          </p:style>
        </p:cxnSp>
        <p:cxnSp>
          <p:nvCxnSpPr>
            <p:cNvPr id="46" name="直接连接符 45"/>
            <p:cNvCxnSpPr/>
            <p:nvPr/>
          </p:nvCxnSpPr>
          <p:spPr>
            <a:xfrm flipV="1">
              <a:off x="2956" y="1855"/>
              <a:ext cx="3488" cy="25"/>
            </a:xfrm>
            <a:prstGeom prst="line">
              <a:avLst/>
            </a:prstGeom>
            <a:ln w="19050">
              <a:solidFill>
                <a:srgbClr val="FF0000"/>
              </a:solidFill>
              <a:headEnd type="none"/>
              <a:tailEnd type="none" w="lg" len="lg"/>
            </a:ln>
          </p:spPr>
          <p:style>
            <a:lnRef idx="2">
              <a:schemeClr val="accent1"/>
            </a:lnRef>
            <a:fillRef idx="0">
              <a:srgbClr val="FFFFFF"/>
            </a:fillRef>
            <a:effectRef idx="0">
              <a:srgbClr val="FFFFFF"/>
            </a:effectRef>
            <a:fontRef idx="minor">
              <a:schemeClr val="tx1"/>
            </a:fontRef>
          </p:style>
        </p:cxnSp>
        <p:sp>
          <p:nvSpPr>
            <p:cNvPr id="47" name="文本框 46"/>
            <p:cNvSpPr txBox="1"/>
            <p:nvPr/>
          </p:nvSpPr>
          <p:spPr>
            <a:xfrm>
              <a:off x="3200" y="818"/>
              <a:ext cx="3975" cy="580"/>
            </a:xfrm>
            <a:prstGeom prst="rect">
              <a:avLst/>
            </a:prstGeom>
            <a:noFill/>
          </p:spPr>
          <p:txBody>
            <a:bodyPr wrap="square" rtlCol="0">
              <a:spAutoFit/>
            </a:bodyPr>
            <a:p>
              <a:r>
                <a:rPr lang="zh-CN" altLang="en-US"/>
                <a:t>周期内放卷纠偏数据图</a:t>
              </a:r>
              <a:endParaRPr lang="zh-CN" altLang="en-US"/>
            </a:p>
          </p:txBody>
        </p:sp>
        <p:cxnSp>
          <p:nvCxnSpPr>
            <p:cNvPr id="48" name="曲线连接符 47"/>
            <p:cNvCxnSpPr/>
            <p:nvPr/>
          </p:nvCxnSpPr>
          <p:spPr>
            <a:xfrm flipV="1">
              <a:off x="3043" y="2343"/>
              <a:ext cx="3438" cy="474"/>
            </a:xfrm>
            <a:prstGeom prst="curvedConnector3">
              <a:avLst>
                <a:gd name="adj1" fmla="val 50029"/>
              </a:avLst>
            </a:prstGeom>
            <a:ln w="19050">
              <a:solidFill>
                <a:schemeClr val="accent1"/>
              </a:solidFill>
              <a:headEnd type="none"/>
              <a:tailEnd type="arrow" w="lg" len="lg"/>
            </a:ln>
          </p:spPr>
          <p:style>
            <a:lnRef idx="2">
              <a:schemeClr val="accent1"/>
            </a:lnRef>
            <a:fillRef idx="0">
              <a:srgbClr val="FFFFFF"/>
            </a:fillRef>
            <a:effectRef idx="0">
              <a:srgbClr val="FFFFFF"/>
            </a:effectRef>
            <a:fontRef idx="minor">
              <a:schemeClr val="tx1"/>
            </a:fontRef>
          </p:style>
        </p:cxnSp>
        <p:sp>
          <p:nvSpPr>
            <p:cNvPr id="49" name="文本框 48"/>
            <p:cNvSpPr txBox="1"/>
            <p:nvPr/>
          </p:nvSpPr>
          <p:spPr>
            <a:xfrm>
              <a:off x="5450" y="1398"/>
              <a:ext cx="1630" cy="434"/>
            </a:xfrm>
            <a:prstGeom prst="rect">
              <a:avLst/>
            </a:prstGeom>
            <a:noFill/>
          </p:spPr>
          <p:txBody>
            <a:bodyPr wrap="square" rtlCol="0">
              <a:spAutoFit/>
            </a:bodyPr>
            <a:p>
              <a:r>
                <a:rPr lang="zh-CN" altLang="en-US" sz="1200">
                  <a:latin typeface="微软雅黑" panose="020B0503020204020204" pitchFamily="34" charset="-122"/>
                  <a:ea typeface="微软雅黑" panose="020B0503020204020204" pitchFamily="34" charset="-122"/>
                </a:rPr>
                <a:t>设定值</a:t>
              </a:r>
              <a:endParaRPr lang="zh-CN" altLang="en-US" sz="1200">
                <a:latin typeface="微软雅黑" panose="020B0503020204020204" pitchFamily="34" charset="-122"/>
                <a:ea typeface="微软雅黑" panose="020B0503020204020204" pitchFamily="34" charset="-122"/>
              </a:endParaRPr>
            </a:p>
          </p:txBody>
        </p:sp>
        <p:sp>
          <p:nvSpPr>
            <p:cNvPr id="50" name="文本框 49"/>
            <p:cNvSpPr txBox="1"/>
            <p:nvPr/>
          </p:nvSpPr>
          <p:spPr>
            <a:xfrm>
              <a:off x="5375" y="2186"/>
              <a:ext cx="1630" cy="434"/>
            </a:xfrm>
            <a:prstGeom prst="rect">
              <a:avLst/>
            </a:prstGeom>
            <a:noFill/>
          </p:spPr>
          <p:txBody>
            <a:bodyPr wrap="square" rtlCol="0">
              <a:spAutoFit/>
            </a:bodyPr>
            <a:p>
              <a:r>
                <a:rPr lang="zh-CN" altLang="en-US" sz="1200">
                  <a:latin typeface="微软雅黑" panose="020B0503020204020204" pitchFamily="34" charset="-122"/>
                  <a:ea typeface="微软雅黑" panose="020B0503020204020204" pitchFamily="34" charset="-122"/>
                </a:rPr>
                <a:t>检测值</a:t>
              </a:r>
              <a:endParaRPr lang="zh-CN" altLang="en-US" sz="1200">
                <a:latin typeface="微软雅黑" panose="020B0503020204020204" pitchFamily="34" charset="-122"/>
                <a:ea typeface="微软雅黑" panose="020B0503020204020204" pitchFamily="34" charset="-122"/>
              </a:endParaRPr>
            </a:p>
          </p:txBody>
        </p:sp>
      </p:grpSp>
      <p:sp>
        <p:nvSpPr>
          <p:cNvPr id="2" name="文本框 1"/>
          <p:cNvSpPr txBox="1"/>
          <p:nvPr/>
        </p:nvSpPr>
        <p:spPr>
          <a:xfrm>
            <a:off x="2117090" y="941070"/>
            <a:ext cx="1443990" cy="245110"/>
          </a:xfrm>
          <a:prstGeom prst="rect">
            <a:avLst/>
          </a:prstGeom>
          <a:noFill/>
        </p:spPr>
        <p:txBody>
          <a:bodyPr wrap="square" rtlCol="0">
            <a:noAutofit/>
          </a:bodyPr>
          <a:p>
            <a:r>
              <a:rPr lang="zh-CN" altLang="en-US" sz="1200">
                <a:highlight>
                  <a:srgbClr val="00FFFF"/>
                </a:highlight>
              </a:rPr>
              <a:t>（数据为原始数据）</a:t>
            </a:r>
            <a:endParaRPr lang="zh-CN" altLang="en-US" sz="1200">
              <a:highlight>
                <a:srgbClr val="00FFFF"/>
              </a:highlight>
            </a:endParaRPr>
          </a:p>
        </p:txBody>
      </p:sp>
      <p:pic>
        <p:nvPicPr>
          <p:cNvPr id="5" name="图片 4"/>
          <p:cNvPicPr>
            <a:picLocks noChangeAspect="1"/>
          </p:cNvPicPr>
          <p:nvPr/>
        </p:nvPicPr>
        <p:blipFill>
          <a:blip r:embed="rId2"/>
          <a:stretch>
            <a:fillRect/>
          </a:stretch>
        </p:blipFill>
        <p:spPr>
          <a:xfrm>
            <a:off x="1781175" y="3235325"/>
            <a:ext cx="9030970" cy="127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5876290" y="87630"/>
            <a:ext cx="1982470" cy="414020"/>
          </a:xfrm>
          <a:prstGeom prst="rect">
            <a:avLst/>
          </a:prstGeom>
          <a:noFill/>
          <a:ln>
            <a:solidFill>
              <a:schemeClr val="accent1">
                <a:lumMod val="75000"/>
              </a:schemeClr>
            </a:solidFill>
          </a:ln>
        </p:spPr>
        <p:txBody>
          <a:bodyPr wrap="square" rtlCol="0">
            <a:spAutoFit/>
          </a:bodyPr>
          <a:p>
            <a:pPr marL="285750" indent="-285750">
              <a:lnSpc>
                <a:spcPct val="150000"/>
              </a:lnSpc>
              <a:buFont typeface="Wingdings" panose="05000000000000000000" charset="0"/>
              <a:buChar char="l"/>
            </a:pPr>
            <a:r>
              <a:rPr lang="zh-CN" altLang="en-US" sz="1400">
                <a:latin typeface="微软雅黑" panose="020B0503020204020204" pitchFamily="34" charset="-122"/>
                <a:ea typeface="微软雅黑" panose="020B0503020204020204" pitchFamily="34" charset="-122"/>
              </a:rPr>
              <a:t>参数配置界面</a:t>
            </a:r>
            <a:endParaRPr lang="zh-CN" altLang="en-US" sz="1400">
              <a:latin typeface="微软雅黑" panose="020B0503020204020204" pitchFamily="34" charset="-122"/>
              <a:ea typeface="微软雅黑" panose="020B0503020204020204" pitchFamily="34" charset="-122"/>
            </a:endParaRPr>
          </a:p>
        </p:txBody>
      </p:sp>
      <p:sp>
        <p:nvSpPr>
          <p:cNvPr id="9" name="文本框 8"/>
          <p:cNvSpPr txBox="1"/>
          <p:nvPr/>
        </p:nvSpPr>
        <p:spPr>
          <a:xfrm>
            <a:off x="7699375" y="3222625"/>
            <a:ext cx="4064000" cy="2378710"/>
          </a:xfrm>
          <a:prstGeom prst="rect">
            <a:avLst/>
          </a:prstGeom>
          <a:noFill/>
          <a:ln>
            <a:solidFill>
              <a:srgbClr val="00B0F0"/>
            </a:solidFill>
          </a:ln>
        </p:spPr>
        <p:txBody>
          <a:bodyPr wrap="square" rtlCol="0">
            <a:noAutofit/>
          </a:bodyPr>
          <a:p>
            <a:pPr marL="342900" indent="-342900">
              <a:lnSpc>
                <a:spcPct val="200000"/>
              </a:lnSpc>
              <a:buFont typeface="+mj-ea"/>
              <a:buAutoNum type="circleNumDbPlain"/>
            </a:pPr>
            <a:r>
              <a:rPr lang="zh-CN" altLang="en-US">
                <a:latin typeface="微软雅黑" panose="020B0503020204020204" pitchFamily="34" charset="-122"/>
                <a:ea typeface="微软雅黑" panose="020B0503020204020204" pitchFamily="34" charset="-122"/>
                <a:cs typeface="微软雅黑" panose="020B0503020204020204" pitchFamily="34" charset="-122"/>
              </a:rPr>
              <a:t>设备保存纠偏数据以条码形式保存</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200000"/>
              </a:lnSpc>
              <a:buFont typeface="+mj-ea"/>
              <a:buAutoNum type="circleNumDbPlain"/>
            </a:pPr>
            <a:r>
              <a:rPr lang="zh-CN" altLang="en-US">
                <a:latin typeface="微软雅黑" panose="020B0503020204020204" pitchFamily="34" charset="-122"/>
                <a:ea typeface="微软雅黑" panose="020B0503020204020204" pitchFamily="34" charset="-122"/>
                <a:cs typeface="微软雅黑" panose="020B0503020204020204" pitchFamily="34" charset="-122"/>
              </a:rPr>
              <a:t>软件读取每个电芯纠偏</a:t>
            </a:r>
            <a:r>
              <a:rPr lang="en-US" altLang="zh-CN">
                <a:latin typeface="微软雅黑" panose="020B0503020204020204" pitchFamily="34" charset="-122"/>
                <a:ea typeface="微软雅黑" panose="020B0503020204020204" pitchFamily="34" charset="-122"/>
                <a:cs typeface="微软雅黑" panose="020B0503020204020204" pitchFamily="34" charset="-122"/>
              </a:rPr>
              <a:t>CSV</a:t>
            </a:r>
            <a:r>
              <a:rPr lang="zh-CN" altLang="en-US">
                <a:latin typeface="微软雅黑" panose="020B0503020204020204" pitchFamily="34" charset="-122"/>
                <a:ea typeface="微软雅黑" panose="020B0503020204020204" pitchFamily="34" charset="-122"/>
                <a:cs typeface="微软雅黑" panose="020B0503020204020204" pitchFamily="34" charset="-122"/>
              </a:rPr>
              <a:t>数据</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200000"/>
              </a:lnSpc>
              <a:buFont typeface="+mj-ea"/>
              <a:buAutoNum type="circleNumDbPlain"/>
            </a:pPr>
            <a:r>
              <a:rPr lang="zh-CN" altLang="en-US">
                <a:latin typeface="微软雅黑" panose="020B0503020204020204" pitchFamily="34" charset="-122"/>
                <a:ea typeface="微软雅黑" panose="020B0503020204020204" pitchFamily="34" charset="-122"/>
                <a:cs typeface="微软雅黑" panose="020B0503020204020204" pitchFamily="34" charset="-122"/>
              </a:rPr>
              <a:t>设备提供每个纠偏机构的设定值读和写的地址。</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表格 2"/>
          <p:cNvGraphicFramePr/>
          <p:nvPr/>
        </p:nvGraphicFramePr>
        <p:xfrm>
          <a:off x="198120" y="3222625"/>
          <a:ext cx="7294880" cy="2379345"/>
        </p:xfrm>
        <a:graphic>
          <a:graphicData uri="http://schemas.openxmlformats.org/drawingml/2006/table">
            <a:tbl>
              <a:tblPr/>
              <a:tblGrid>
                <a:gridCol w="199390"/>
                <a:gridCol w="227330"/>
                <a:gridCol w="226060"/>
                <a:gridCol w="199390"/>
                <a:gridCol w="227330"/>
                <a:gridCol w="252730"/>
                <a:gridCol w="198755"/>
                <a:gridCol w="229235"/>
                <a:gridCol w="300990"/>
                <a:gridCol w="199390"/>
                <a:gridCol w="227330"/>
                <a:gridCol w="278765"/>
                <a:gridCol w="197485"/>
                <a:gridCol w="228600"/>
                <a:gridCol w="226695"/>
                <a:gridCol w="199390"/>
                <a:gridCol w="227330"/>
                <a:gridCol w="302895"/>
                <a:gridCol w="198755"/>
                <a:gridCol w="206375"/>
                <a:gridCol w="226695"/>
                <a:gridCol w="199390"/>
                <a:gridCol w="227330"/>
                <a:gridCol w="252730"/>
                <a:gridCol w="198755"/>
                <a:gridCol w="227330"/>
                <a:gridCol w="253365"/>
                <a:gridCol w="199390"/>
                <a:gridCol w="226060"/>
                <a:gridCol w="302895"/>
                <a:gridCol w="199390"/>
                <a:gridCol w="227330"/>
              </a:tblGrid>
              <a:tr h="192405">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正极放卷纠偏</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FFFF00"/>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正极放卷纠偏左伺服实时位置</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正极放卷纠偏右伺服实时位置</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正极蛇形纠偏</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D9E1F2"/>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正极蛇形</a:t>
                      </a:r>
                      <a:r>
                        <a:rPr lang="en-US" altLang="zh-CN" sz="300" b="0" i="0">
                          <a:solidFill>
                            <a:srgbClr val="000000"/>
                          </a:solidFill>
                          <a:latin typeface="宋体" panose="02010600030101010101" pitchFamily="2" charset="-122"/>
                          <a:ea typeface="宋体" panose="02010600030101010101" pitchFamily="2" charset="-122"/>
                        </a:rPr>
                        <a:t>1</a:t>
                      </a:r>
                      <a:r>
                        <a:rPr lang="zh-CN" altLang="en-US" sz="300" b="0" i="0">
                          <a:solidFill>
                            <a:srgbClr val="000000"/>
                          </a:solidFill>
                          <a:latin typeface="宋体" panose="02010600030101010101" pitchFamily="2" charset="-122"/>
                          <a:ea typeface="宋体" panose="02010600030101010101" pitchFamily="2" charset="-122"/>
                        </a:rPr>
                        <a:t>纠偏中值</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D9E1F2"/>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正极蛇形</a:t>
                      </a:r>
                      <a:r>
                        <a:rPr lang="en-US" altLang="zh-CN" sz="300" b="0" i="0">
                          <a:solidFill>
                            <a:srgbClr val="000000"/>
                          </a:solidFill>
                          <a:latin typeface="宋体" panose="02010600030101010101" pitchFamily="2" charset="-122"/>
                          <a:ea typeface="宋体" panose="02010600030101010101" pitchFamily="2" charset="-122"/>
                        </a:rPr>
                        <a:t>1</a:t>
                      </a:r>
                      <a:r>
                        <a:rPr lang="zh-CN" altLang="en-US" sz="300" b="0" i="0">
                          <a:solidFill>
                            <a:srgbClr val="000000"/>
                          </a:solidFill>
                          <a:latin typeface="宋体" panose="02010600030101010101" pitchFamily="2" charset="-122"/>
                          <a:ea typeface="宋体" panose="02010600030101010101" pitchFamily="2" charset="-122"/>
                        </a:rPr>
                        <a:t>纠偏伺服实时位置</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正极蛇形</a:t>
                      </a:r>
                      <a:r>
                        <a:rPr lang="en-US" altLang="zh-CN" sz="300" b="0" i="0">
                          <a:solidFill>
                            <a:srgbClr val="000000"/>
                          </a:solidFill>
                          <a:latin typeface="宋体" panose="02010600030101010101" pitchFamily="2" charset="-122"/>
                          <a:ea typeface="宋体" panose="02010600030101010101" pitchFamily="2" charset="-122"/>
                        </a:rPr>
                        <a:t>2</a:t>
                      </a:r>
                      <a:r>
                        <a:rPr lang="zh-CN" altLang="en-US" sz="300" b="0" i="0">
                          <a:solidFill>
                            <a:srgbClr val="000000"/>
                          </a:solidFill>
                          <a:latin typeface="宋体" panose="02010600030101010101" pitchFamily="2" charset="-122"/>
                          <a:ea typeface="宋体" panose="02010600030101010101" pitchFamily="2" charset="-122"/>
                        </a:rPr>
                        <a:t>纠偏</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E2EFDA"/>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正极蛇形</a:t>
                      </a:r>
                      <a:r>
                        <a:rPr lang="en-US" altLang="zh-CN" sz="300" b="0" i="0">
                          <a:solidFill>
                            <a:srgbClr val="000000"/>
                          </a:solidFill>
                          <a:latin typeface="宋体" panose="02010600030101010101" pitchFamily="2" charset="-122"/>
                          <a:ea typeface="宋体" panose="02010600030101010101" pitchFamily="2" charset="-122"/>
                        </a:rPr>
                        <a:t>2</a:t>
                      </a:r>
                      <a:r>
                        <a:rPr lang="zh-CN" altLang="en-US" sz="300" b="0" i="0">
                          <a:solidFill>
                            <a:srgbClr val="000000"/>
                          </a:solidFill>
                          <a:latin typeface="宋体" panose="02010600030101010101" pitchFamily="2" charset="-122"/>
                          <a:ea typeface="宋体" panose="02010600030101010101" pitchFamily="2" charset="-122"/>
                        </a:rPr>
                        <a:t>纠偏中值</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E2EFDA"/>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正极蛇形</a:t>
                      </a:r>
                      <a:r>
                        <a:rPr lang="en-US" altLang="zh-CN" sz="300" b="0" i="0">
                          <a:solidFill>
                            <a:srgbClr val="000000"/>
                          </a:solidFill>
                          <a:latin typeface="宋体" panose="02010600030101010101" pitchFamily="2" charset="-122"/>
                          <a:ea typeface="宋体" panose="02010600030101010101" pitchFamily="2" charset="-122"/>
                        </a:rPr>
                        <a:t>2</a:t>
                      </a:r>
                      <a:r>
                        <a:rPr lang="zh-CN" altLang="en-US" sz="300" b="0" i="0">
                          <a:solidFill>
                            <a:srgbClr val="000000"/>
                          </a:solidFill>
                          <a:latin typeface="宋体" panose="02010600030101010101" pitchFamily="2" charset="-122"/>
                          <a:ea typeface="宋体" panose="02010600030101010101" pitchFamily="2" charset="-122"/>
                        </a:rPr>
                        <a:t>纠偏伺服实时位置</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正极蛇形</a:t>
                      </a:r>
                      <a:r>
                        <a:rPr lang="en-US" altLang="zh-CN" sz="300" b="0" i="0">
                          <a:solidFill>
                            <a:srgbClr val="000000"/>
                          </a:solidFill>
                          <a:latin typeface="宋体" panose="02010600030101010101" pitchFamily="2" charset="-122"/>
                          <a:ea typeface="宋体" panose="02010600030101010101" pitchFamily="2" charset="-122"/>
                        </a:rPr>
                        <a:t>3</a:t>
                      </a:r>
                      <a:r>
                        <a:rPr lang="zh-CN" altLang="en-US" sz="300" b="0" i="0">
                          <a:solidFill>
                            <a:srgbClr val="000000"/>
                          </a:solidFill>
                          <a:latin typeface="宋体" panose="02010600030101010101" pitchFamily="2" charset="-122"/>
                          <a:ea typeface="宋体" panose="02010600030101010101" pitchFamily="2" charset="-122"/>
                        </a:rPr>
                        <a:t>纠偏</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FCE4D6"/>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正极蛇形</a:t>
                      </a:r>
                      <a:r>
                        <a:rPr lang="en-US" altLang="zh-CN" sz="300" b="0" i="0">
                          <a:solidFill>
                            <a:srgbClr val="000000"/>
                          </a:solidFill>
                          <a:latin typeface="宋体" panose="02010600030101010101" pitchFamily="2" charset="-122"/>
                          <a:ea typeface="宋体" panose="02010600030101010101" pitchFamily="2" charset="-122"/>
                        </a:rPr>
                        <a:t>3</a:t>
                      </a:r>
                      <a:r>
                        <a:rPr lang="zh-CN" altLang="en-US" sz="300" b="0" i="0">
                          <a:solidFill>
                            <a:srgbClr val="000000"/>
                          </a:solidFill>
                          <a:latin typeface="宋体" panose="02010600030101010101" pitchFamily="2" charset="-122"/>
                          <a:ea typeface="宋体" panose="02010600030101010101" pitchFamily="2" charset="-122"/>
                        </a:rPr>
                        <a:t>纠偏中值</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FCE4D6"/>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正极蛇形</a:t>
                      </a:r>
                      <a:r>
                        <a:rPr lang="en-US" altLang="zh-CN" sz="300" b="0" i="0">
                          <a:solidFill>
                            <a:srgbClr val="000000"/>
                          </a:solidFill>
                          <a:latin typeface="宋体" panose="02010600030101010101" pitchFamily="2" charset="-122"/>
                          <a:ea typeface="宋体" panose="02010600030101010101" pitchFamily="2" charset="-122"/>
                        </a:rPr>
                        <a:t>3</a:t>
                      </a:r>
                      <a:r>
                        <a:rPr lang="zh-CN" altLang="en-US" sz="300" b="0" i="0">
                          <a:solidFill>
                            <a:srgbClr val="000000"/>
                          </a:solidFill>
                          <a:latin typeface="宋体" panose="02010600030101010101" pitchFamily="2" charset="-122"/>
                          <a:ea typeface="宋体" panose="02010600030101010101" pitchFamily="2" charset="-122"/>
                        </a:rPr>
                        <a:t>纠偏伺服实时位置</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正极蛇形</a:t>
                      </a:r>
                      <a:r>
                        <a:rPr lang="en-US" altLang="zh-CN" sz="300" b="0" i="0">
                          <a:solidFill>
                            <a:srgbClr val="000000"/>
                          </a:solidFill>
                          <a:latin typeface="宋体" panose="02010600030101010101" pitchFamily="2" charset="-122"/>
                          <a:ea typeface="宋体" panose="02010600030101010101" pitchFamily="2" charset="-122"/>
                        </a:rPr>
                        <a:t>4</a:t>
                      </a:r>
                      <a:r>
                        <a:rPr lang="zh-CN" altLang="en-US" sz="300" b="0" i="0">
                          <a:solidFill>
                            <a:srgbClr val="000000"/>
                          </a:solidFill>
                          <a:latin typeface="宋体" panose="02010600030101010101" pitchFamily="2" charset="-122"/>
                          <a:ea typeface="宋体" panose="02010600030101010101" pitchFamily="2" charset="-122"/>
                        </a:rPr>
                        <a:t>纠偏</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D6DCE4"/>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正极蛇形</a:t>
                      </a:r>
                      <a:r>
                        <a:rPr lang="en-US" altLang="zh-CN" sz="300" b="0" i="0">
                          <a:solidFill>
                            <a:srgbClr val="000000"/>
                          </a:solidFill>
                          <a:latin typeface="宋体" panose="02010600030101010101" pitchFamily="2" charset="-122"/>
                          <a:ea typeface="宋体" panose="02010600030101010101" pitchFamily="2" charset="-122"/>
                        </a:rPr>
                        <a:t>4</a:t>
                      </a:r>
                      <a:r>
                        <a:rPr lang="zh-CN" altLang="en-US" sz="300" b="0" i="0">
                          <a:solidFill>
                            <a:srgbClr val="000000"/>
                          </a:solidFill>
                          <a:latin typeface="宋体" panose="02010600030101010101" pitchFamily="2" charset="-122"/>
                          <a:ea typeface="宋体" panose="02010600030101010101" pitchFamily="2" charset="-122"/>
                        </a:rPr>
                        <a:t>纠偏中值</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D6DCE4"/>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正极蛇形</a:t>
                      </a:r>
                      <a:r>
                        <a:rPr lang="en-US" altLang="zh-CN" sz="300" b="0" i="0">
                          <a:solidFill>
                            <a:srgbClr val="000000"/>
                          </a:solidFill>
                          <a:latin typeface="宋体" panose="02010600030101010101" pitchFamily="2" charset="-122"/>
                          <a:ea typeface="宋体" panose="02010600030101010101" pitchFamily="2" charset="-122"/>
                        </a:rPr>
                        <a:t>4</a:t>
                      </a:r>
                      <a:r>
                        <a:rPr lang="zh-CN" altLang="en-US" sz="300" b="0" i="0">
                          <a:solidFill>
                            <a:srgbClr val="000000"/>
                          </a:solidFill>
                          <a:latin typeface="宋体" panose="02010600030101010101" pitchFamily="2" charset="-122"/>
                          <a:ea typeface="宋体" panose="02010600030101010101" pitchFamily="2" charset="-122"/>
                        </a:rPr>
                        <a:t>纠偏伺服实时位置</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正极入卷纠偏实时值</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D9D9D9"/>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正极入卷纠偏中值</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D9D9D9"/>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正极入卷纠偏伺服实时位置</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负极放卷纠偏</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FFFF00"/>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负极放卷纠偏左伺服实时位置</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负极放卷纠偏右伺服实时位置</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负极蛇形</a:t>
                      </a:r>
                      <a:r>
                        <a:rPr lang="en-US" altLang="zh-CN" sz="300" b="0" i="0">
                          <a:solidFill>
                            <a:srgbClr val="000000"/>
                          </a:solidFill>
                          <a:latin typeface="宋体" panose="02010600030101010101" pitchFamily="2" charset="-122"/>
                          <a:ea typeface="宋体" panose="02010600030101010101" pitchFamily="2" charset="-122"/>
                        </a:rPr>
                        <a:t>1</a:t>
                      </a:r>
                      <a:r>
                        <a:rPr lang="zh-CN" altLang="en-US" sz="300" b="0" i="0">
                          <a:solidFill>
                            <a:srgbClr val="000000"/>
                          </a:solidFill>
                          <a:latin typeface="宋体" panose="02010600030101010101" pitchFamily="2" charset="-122"/>
                          <a:ea typeface="宋体" panose="02010600030101010101" pitchFamily="2" charset="-122"/>
                        </a:rPr>
                        <a:t>纠偏</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D9E1F2"/>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负极蛇形</a:t>
                      </a:r>
                      <a:r>
                        <a:rPr lang="en-US" altLang="zh-CN" sz="300" b="0" i="0">
                          <a:solidFill>
                            <a:srgbClr val="000000"/>
                          </a:solidFill>
                          <a:latin typeface="宋体" panose="02010600030101010101" pitchFamily="2" charset="-122"/>
                          <a:ea typeface="宋体" panose="02010600030101010101" pitchFamily="2" charset="-122"/>
                        </a:rPr>
                        <a:t>1</a:t>
                      </a:r>
                      <a:r>
                        <a:rPr lang="zh-CN" altLang="en-US" sz="300" b="0" i="0">
                          <a:solidFill>
                            <a:srgbClr val="000000"/>
                          </a:solidFill>
                          <a:latin typeface="宋体" panose="02010600030101010101" pitchFamily="2" charset="-122"/>
                          <a:ea typeface="宋体" panose="02010600030101010101" pitchFamily="2" charset="-122"/>
                        </a:rPr>
                        <a:t>纠偏中值</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D9E1F2"/>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负极蛇形</a:t>
                      </a:r>
                      <a:r>
                        <a:rPr lang="en-US" altLang="zh-CN" sz="300" b="0" i="0">
                          <a:solidFill>
                            <a:srgbClr val="000000"/>
                          </a:solidFill>
                          <a:latin typeface="宋体" panose="02010600030101010101" pitchFamily="2" charset="-122"/>
                          <a:ea typeface="宋体" panose="02010600030101010101" pitchFamily="2" charset="-122"/>
                        </a:rPr>
                        <a:t>1</a:t>
                      </a:r>
                      <a:r>
                        <a:rPr lang="zh-CN" altLang="en-US" sz="300" b="0" i="0">
                          <a:solidFill>
                            <a:srgbClr val="000000"/>
                          </a:solidFill>
                          <a:latin typeface="宋体" panose="02010600030101010101" pitchFamily="2" charset="-122"/>
                          <a:ea typeface="宋体" panose="02010600030101010101" pitchFamily="2" charset="-122"/>
                        </a:rPr>
                        <a:t>纠偏伺服实时位置</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负极蛇形</a:t>
                      </a:r>
                      <a:r>
                        <a:rPr lang="en-US" altLang="zh-CN" sz="300" b="0" i="0">
                          <a:solidFill>
                            <a:srgbClr val="000000"/>
                          </a:solidFill>
                          <a:latin typeface="宋体" panose="02010600030101010101" pitchFamily="2" charset="-122"/>
                          <a:ea typeface="宋体" panose="02010600030101010101" pitchFamily="2" charset="-122"/>
                        </a:rPr>
                        <a:t>2</a:t>
                      </a:r>
                      <a:r>
                        <a:rPr lang="zh-CN" altLang="en-US" sz="300" b="0" i="0">
                          <a:solidFill>
                            <a:srgbClr val="000000"/>
                          </a:solidFill>
                          <a:latin typeface="宋体" panose="02010600030101010101" pitchFamily="2" charset="-122"/>
                          <a:ea typeface="宋体" panose="02010600030101010101" pitchFamily="2" charset="-122"/>
                        </a:rPr>
                        <a:t>纠偏</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E2EFDA"/>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负极蛇形</a:t>
                      </a:r>
                      <a:r>
                        <a:rPr lang="en-US" altLang="zh-CN" sz="300" b="0" i="0">
                          <a:solidFill>
                            <a:srgbClr val="000000"/>
                          </a:solidFill>
                          <a:latin typeface="宋体" panose="02010600030101010101" pitchFamily="2" charset="-122"/>
                          <a:ea typeface="宋体" panose="02010600030101010101" pitchFamily="2" charset="-122"/>
                        </a:rPr>
                        <a:t>2</a:t>
                      </a:r>
                      <a:r>
                        <a:rPr lang="zh-CN" altLang="en-US" sz="300" b="0" i="0">
                          <a:solidFill>
                            <a:srgbClr val="000000"/>
                          </a:solidFill>
                          <a:latin typeface="宋体" panose="02010600030101010101" pitchFamily="2" charset="-122"/>
                          <a:ea typeface="宋体" panose="02010600030101010101" pitchFamily="2" charset="-122"/>
                        </a:rPr>
                        <a:t>纠偏中值</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E2EFDA"/>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负极蛇形</a:t>
                      </a:r>
                      <a:r>
                        <a:rPr lang="en-US" altLang="zh-CN" sz="300" b="0" i="0">
                          <a:solidFill>
                            <a:srgbClr val="000000"/>
                          </a:solidFill>
                          <a:latin typeface="宋体" panose="02010600030101010101" pitchFamily="2" charset="-122"/>
                          <a:ea typeface="宋体" panose="02010600030101010101" pitchFamily="2" charset="-122"/>
                        </a:rPr>
                        <a:t>2</a:t>
                      </a:r>
                      <a:r>
                        <a:rPr lang="zh-CN" altLang="en-US" sz="300" b="0" i="0">
                          <a:solidFill>
                            <a:srgbClr val="000000"/>
                          </a:solidFill>
                          <a:latin typeface="宋体" panose="02010600030101010101" pitchFamily="2" charset="-122"/>
                          <a:ea typeface="宋体" panose="02010600030101010101" pitchFamily="2" charset="-122"/>
                        </a:rPr>
                        <a:t>纠偏伺服实时位置</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负极蛇形</a:t>
                      </a:r>
                      <a:r>
                        <a:rPr lang="en-US" altLang="zh-CN" sz="300" b="0" i="0">
                          <a:solidFill>
                            <a:srgbClr val="000000"/>
                          </a:solidFill>
                          <a:latin typeface="宋体" panose="02010600030101010101" pitchFamily="2" charset="-122"/>
                          <a:ea typeface="宋体" panose="02010600030101010101" pitchFamily="2" charset="-122"/>
                        </a:rPr>
                        <a:t>3</a:t>
                      </a:r>
                      <a:r>
                        <a:rPr lang="zh-CN" altLang="en-US" sz="300" b="0" i="0">
                          <a:solidFill>
                            <a:srgbClr val="000000"/>
                          </a:solidFill>
                          <a:latin typeface="宋体" panose="02010600030101010101" pitchFamily="2" charset="-122"/>
                          <a:ea typeface="宋体" panose="02010600030101010101" pitchFamily="2" charset="-122"/>
                        </a:rPr>
                        <a:t>纠偏</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FCE4D6"/>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负极蛇形</a:t>
                      </a:r>
                      <a:r>
                        <a:rPr lang="en-US" altLang="zh-CN" sz="300" b="0" i="0">
                          <a:solidFill>
                            <a:srgbClr val="000000"/>
                          </a:solidFill>
                          <a:latin typeface="宋体" panose="02010600030101010101" pitchFamily="2" charset="-122"/>
                          <a:ea typeface="宋体" panose="02010600030101010101" pitchFamily="2" charset="-122"/>
                        </a:rPr>
                        <a:t>3</a:t>
                      </a:r>
                      <a:r>
                        <a:rPr lang="zh-CN" altLang="en-US" sz="300" b="0" i="0">
                          <a:solidFill>
                            <a:srgbClr val="000000"/>
                          </a:solidFill>
                          <a:latin typeface="宋体" panose="02010600030101010101" pitchFamily="2" charset="-122"/>
                          <a:ea typeface="宋体" panose="02010600030101010101" pitchFamily="2" charset="-122"/>
                        </a:rPr>
                        <a:t>纠偏中值</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FCE4D6"/>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负极蛇形</a:t>
                      </a:r>
                      <a:r>
                        <a:rPr lang="en-US" altLang="zh-CN" sz="300" b="0" i="0">
                          <a:solidFill>
                            <a:srgbClr val="000000"/>
                          </a:solidFill>
                          <a:latin typeface="宋体" panose="02010600030101010101" pitchFamily="2" charset="-122"/>
                          <a:ea typeface="宋体" panose="02010600030101010101" pitchFamily="2" charset="-122"/>
                        </a:rPr>
                        <a:t>3</a:t>
                      </a:r>
                      <a:r>
                        <a:rPr lang="zh-CN" altLang="en-US" sz="300" b="0" i="0">
                          <a:solidFill>
                            <a:srgbClr val="000000"/>
                          </a:solidFill>
                          <a:latin typeface="宋体" panose="02010600030101010101" pitchFamily="2" charset="-122"/>
                          <a:ea typeface="宋体" panose="02010600030101010101" pitchFamily="2" charset="-122"/>
                        </a:rPr>
                        <a:t>纠偏伺服实时位置</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负极入卷纠偏实时值</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D9D9D9"/>
                    </a:solidFill>
                  </a:tcPr>
                </a:tc>
                <a:tc>
                  <a:txBody>
                    <a:bodyPr/>
                    <a:p>
                      <a:pPr algn="ctr" fontAlgn="ctr"/>
                      <a:r>
                        <a:rPr lang="zh-CN" altLang="en-US" sz="300" b="0" i="0">
                          <a:solidFill>
                            <a:srgbClr val="000000"/>
                          </a:solidFill>
                          <a:latin typeface="宋体" panose="02010600030101010101" pitchFamily="2" charset="-122"/>
                          <a:ea typeface="宋体" panose="02010600030101010101" pitchFamily="2" charset="-122"/>
                        </a:rPr>
                        <a:t>负极入卷纠偏中值</a:t>
                      </a:r>
                      <a:endParaRPr lang="zh-CN" altLang="en-US"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solidFill>
                      <a:srgbClr val="D9D9D9"/>
                    </a:solid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12.1596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13.583698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0.18218899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-0.02189684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12.9528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0.070478916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14.6376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1.6549964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4.707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-0.053278685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12.7176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4.038868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-1.91E-05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12.378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-1.0337491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10.4016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-1.6103978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10.5312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-0.036701202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5.322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12.1584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13.583698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0.18218708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-0.021898746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12.954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0.07048082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14.6424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1.6550002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4.707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-0.053282976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12.7188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4.038868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l" fontAlgn="ctr"/>
                      <a:r>
                        <a:rPr lang="en-US" altLang="zh-CN" sz="300" b="0" i="0">
                          <a:solidFill>
                            <a:srgbClr val="000000"/>
                          </a:solidFill>
                          <a:latin typeface="宋体" panose="02010600030101010101" pitchFamily="2" charset="-122"/>
                          <a:ea typeface="宋体" panose="02010600030101010101" pitchFamily="2" charset="-122"/>
                        </a:rPr>
                        <a:t>1.9073486E-05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12.3768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-1.0337453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10.4004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-1.6104035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10.5312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-0.03670311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5.323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12.1596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13.583736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11.6628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0.18219662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-0.021902561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12.9552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0.070478916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14.6412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1.6549983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4.706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-0.053282976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12.7176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4.038868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-1.91E-05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12.3792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-1.0337472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10.3992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-1.6104035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10.5312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-0.036705017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5.322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12.1596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13.583698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11.6628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0.1821928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-0.021898746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12.9528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0.070478916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14.6412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1.655025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4.723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-0.053875208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12.7176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4.03883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l" fontAlgn="ctr"/>
                      <a:r>
                        <a:rPr lang="en-US" altLang="zh-CN" sz="300" b="0" i="0">
                          <a:solidFill>
                            <a:srgbClr val="000000"/>
                          </a:solidFill>
                          <a:latin typeface="宋体" panose="02010600030101010101" pitchFamily="2" charset="-122"/>
                          <a:ea typeface="宋体" panose="02010600030101010101" pitchFamily="2" charset="-122"/>
                        </a:rPr>
                        <a:t>1.9073486E-05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12.3792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-1.0337434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10.4028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-1.6103902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10.5324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-0.03670311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5.247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12.1608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13.583698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0.1821909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-0.021898746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12.954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0.070478916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14.6412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1.6550326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4.723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-0.0540483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12.7176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4.038868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l" fontAlgn="ctr"/>
                      <a:r>
                        <a:rPr lang="en-US" altLang="zh-CN" sz="300" b="0" i="0">
                          <a:solidFill>
                            <a:srgbClr val="000000"/>
                          </a:solidFill>
                          <a:latin typeface="宋体" panose="02010600030101010101" pitchFamily="2" charset="-122"/>
                          <a:ea typeface="宋体" panose="02010600030101010101" pitchFamily="2" charset="-122"/>
                        </a:rPr>
                        <a:t>1.9073486E-05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12.3816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-1.0337472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10.4016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-1.6103959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10.5312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-0.036722183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5.246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12.1596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13.583698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11.6652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0.1821928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-0.021914005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12.954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0.07048464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14.6244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1.6563869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4.692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-0.08842456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12.7176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4.038868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l" fontAlgn="ctr"/>
                      <a:r>
                        <a:rPr lang="en-US" altLang="zh-CN" sz="300" b="0" i="0">
                          <a:solidFill>
                            <a:srgbClr val="000000"/>
                          </a:solidFill>
                          <a:latin typeface="宋体" panose="02010600030101010101" pitchFamily="2" charset="-122"/>
                          <a:ea typeface="宋体" panose="02010600030101010101" pitchFamily="2" charset="-122"/>
                        </a:rPr>
                        <a:t>1.9073486E-05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12.3768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-1.0337472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10.4004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-1.6103654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10.5384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-0.036605835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5.208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12.1584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13.583698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11.6628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0.18219662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-0.021915913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12.9468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0.07045603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14.6232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1.6930971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4.522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-0.23800242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12.7188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4.038868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l" fontAlgn="ctr"/>
                      <a:r>
                        <a:rPr lang="en-US" altLang="zh-CN" sz="300" b="0" i="0">
                          <a:solidFill>
                            <a:srgbClr val="000000"/>
                          </a:solidFill>
                          <a:latin typeface="宋体" panose="02010600030101010101" pitchFamily="2" charset="-122"/>
                          <a:ea typeface="宋体" panose="02010600030101010101" pitchFamily="2" charset="-122"/>
                        </a:rPr>
                        <a:t>1.9073486E-05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12.3768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-1.0337453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10.4004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-1.6103501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10.5768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-0.038288116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5.295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12.1596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13.583698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11.6628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0.18219471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-0.021927357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12.9216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0.07045412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14.5872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1.7747293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4.538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-0.26418328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12.7164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4.038868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-1.91E-05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12.378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-1.0337434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10.4016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-1.6103501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10.608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-0.10779476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5.384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12.1584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13.583698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11.6628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0.1821928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-0.0219388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12.8736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0.07044649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14.5752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1.8627853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4.524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-0.29379666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12.7176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4.038868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-1.91E-05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12.3768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-1.0337491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10.4004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-1.6103425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10.5864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-0.1844821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5.354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12.1368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13.596783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13.786926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11.6628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0.18226147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12.492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-0.021952152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12.8472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0.07076311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14.5764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1.9542131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4.467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-0.31154466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12.7176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4.038868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l" fontAlgn="ctr"/>
                      <a:r>
                        <a:rPr lang="en-US" altLang="zh-CN" sz="300" b="0" i="0">
                          <a:solidFill>
                            <a:srgbClr val="000000"/>
                          </a:solidFill>
                          <a:latin typeface="宋体" panose="02010600030101010101" pitchFamily="2" charset="-122"/>
                          <a:ea typeface="宋体" panose="02010600030101010101" pitchFamily="2" charset="-122"/>
                        </a:rPr>
                        <a:t>1.9073486E-05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12.378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-1.0337338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10.3944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-1.610352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10.5528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-0.2338438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5.337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12.1284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13.661785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11.7096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0.18230724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12.4692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-0.021969318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12.8112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0.102602005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14.598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2.0489197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-0.31288612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12.7392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4.037075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-1.91E-05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12.378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-1.033997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10.3788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-1.6103501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10.5096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-0.24156237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5.309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12.2112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13.680058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11.7612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0.17934799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12.4212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-0.010890484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12.786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0.19169474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14.6244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2.1263847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4.391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-0.31370294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12.7104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4.0369606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l" fontAlgn="ctr"/>
                      <a:r>
                        <a:rPr lang="en-US" altLang="zh-CN" sz="300" b="0" i="0">
                          <a:solidFill>
                            <a:srgbClr val="000000"/>
                          </a:solidFill>
                          <a:latin typeface="宋体" panose="02010600030101010101" pitchFamily="2" charset="-122"/>
                          <a:ea typeface="宋体" panose="02010600030101010101" pitchFamily="2" charset="-122"/>
                        </a:rPr>
                        <a:t>1.9073486E-05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12.3756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-1.0341249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10.3452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-1.6103444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10.4712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-0.24276209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5.308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12.3048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13.607769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11.7672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0.133183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12.3936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0.07629633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12.8112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0.30632257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14.6148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2.209083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-0.31423366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12.7032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4.0369606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l" fontAlgn="ctr"/>
                      <a:r>
                        <a:rPr lang="en-US" altLang="zh-CN" sz="300" b="0" i="0">
                          <a:solidFill>
                            <a:srgbClr val="000000"/>
                          </a:solidFill>
                          <a:latin typeface="宋体" panose="02010600030101010101" pitchFamily="2" charset="-122"/>
                          <a:ea typeface="宋体" panose="02010600030101010101" pitchFamily="2" charset="-122"/>
                        </a:rPr>
                        <a:t>1.9073486E-05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12.3612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-1.0342278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10.3056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-1.5854721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10.4712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-0.24339533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5.318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12.4584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13.432407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11.7084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0.1024003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12.3924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0.155272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12.9048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0.3718233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14.4528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2.3132696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4.332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-0.31451404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12.7092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4.0369606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-1.91E-05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12.3504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-1.0342488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10.3284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-1.5149803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10.4856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-0.24410677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5.297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12.3672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13.22443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11.6496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0.10203028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12.4764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0.1983509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12.9612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0.37761784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14.616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2.4231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4.257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-0.24678826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12.6576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4.0369606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l" fontAlgn="ctr"/>
                      <a:r>
                        <a:rPr lang="en-US" altLang="zh-CN" sz="300" b="0" i="0">
                          <a:solidFill>
                            <a:srgbClr val="000000"/>
                          </a:solidFill>
                          <a:latin typeface="宋体" panose="02010600030101010101" pitchFamily="2" charset="-122"/>
                          <a:ea typeface="宋体" panose="02010600030101010101" pitchFamily="2" charset="-122"/>
                        </a:rPr>
                        <a:t>1.9073486E-05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12.3684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-1.0342717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10.3452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-1.4998336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10.5672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-0.25750637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5.297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12.3432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13.065166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13.786926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11.6028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0.12390423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12.5124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0.2011261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12.9852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0.35955524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14.8476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2.429027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-0.12373173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12.6336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4.086361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-1.91E-05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12.378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-1.0342946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10.3536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-1.4992537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10.5636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-0.31912136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12.2976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12.953625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11.6076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0.19334555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12.5604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0.19787407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12.9948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0.29615545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14.9352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2.2671237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-0.116298795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12.5808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4.18417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-1.91E-05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12.3876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-1.0342679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10.3548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-1.4990306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10.542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-0.32892895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5.263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12.2496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12.911701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11.7048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0.21818209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12.5664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0.1638875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0.2579646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15.0096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1.9952188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-0.11457503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12.5976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4.295063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-1.91E-05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12.3996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-1.0342603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10.3848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-1.4988914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10.5096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-0.3299532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5.283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12.1656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12.916012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11.7372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0.21871042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12.5232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0.14500046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12.9204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0.2560382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14.8848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1.7471576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4.397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-0.11384976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12.5892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4.390278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l" fontAlgn="ctr"/>
                      <a:r>
                        <a:rPr lang="en-US" altLang="zh-CN" sz="300" b="0" i="0">
                          <a:solidFill>
                            <a:srgbClr val="000000"/>
                          </a:solidFill>
                          <a:latin typeface="宋体" panose="02010600030101010101" pitchFamily="2" charset="-122"/>
                          <a:ea typeface="宋体" panose="02010600030101010101" pitchFamily="2" charset="-122"/>
                        </a:rPr>
                        <a:t>1.9073486E-05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12.3984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-1.0342584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10.4112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-1.4987998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-0.33040094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12.0828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12.999783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11.7672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0.21094084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0.1439209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12.8904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0.25569677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14.7612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1.5712199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4.382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-0.11334157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12.6012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4.4872856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-1.91E-05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-1.0342793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-1.500112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-0.3307767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11.9772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13.17625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11.7684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0.15960264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12.4764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0.14333725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12.858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0.25808287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14.7372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1.4806247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-0.11299682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12.6348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4.554882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l" fontAlgn="ctr"/>
                      <a:r>
                        <a:rPr lang="en-US" altLang="zh-CN" sz="300" b="0" i="0">
                          <a:solidFill>
                            <a:srgbClr val="000000"/>
                          </a:solidFill>
                          <a:latin typeface="宋体" panose="02010600030101010101" pitchFamily="2" charset="-122"/>
                          <a:ea typeface="宋体" panose="02010600030101010101" pitchFamily="2" charset="-122"/>
                        </a:rPr>
                        <a:t>1.9073486E-05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12.414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-1.034308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10.5792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-1.560895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-0.3290434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5.244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12.012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13.391247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11.7456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0.100039005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12.4752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0.14299393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12.9216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0.26040983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14.7048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1.4498734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4.322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-0.110057116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12.672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4.5650673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-1.91E-05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12.4416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-1.034308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10.5492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-1.7242942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10.4304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-0.28726244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5.211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12.1284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13.494282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11.736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0.07938528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0.14281654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12.9552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0.25982618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14.6904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1.4393682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4.322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-0.100913286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12.7212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4.5651054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-1.91E-05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12.4512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-1.035893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10.4616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-1.8223724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10.4172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-0.23205471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5.193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12.1896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13.498592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11.7084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0.07795143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12.5652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0.13987494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12.9852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0.22660494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14.6712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1.4374762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4.308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-0.070183754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12.8388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4.499264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l" fontAlgn="ctr"/>
                      <a:r>
                        <a:rPr lang="en-US" altLang="zh-CN" sz="300" b="0" i="0">
                          <a:solidFill>
                            <a:srgbClr val="000000"/>
                          </a:solidFill>
                          <a:latin typeface="宋体" panose="02010600030101010101" pitchFamily="2" charset="-122"/>
                          <a:ea typeface="宋体" panose="02010600030101010101" pitchFamily="2" charset="-122"/>
                        </a:rPr>
                        <a:t>1.9073486E-05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12.4428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-1.0799274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10.3992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-1.8329844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10.4532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-0.17849588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5.183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12.2928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13.450947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11.6784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0.07752037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12.5832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0.081095695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12.9084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0.20828962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1.436141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4.343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-0.051539183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12.8604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4.3623543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-1.91E-05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12.432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-1.0826378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10.344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-1.8332019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10.5108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-0.17136002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12.3672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13.332462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0.077272415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12.5796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0.007129669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12.834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0.2107482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14.736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1.435174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4.324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-0.02841568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12.8604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4.224224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l" fontAlgn="ctr"/>
                      <a:r>
                        <a:rPr lang="en-US" altLang="zh-CN" sz="300" b="0" i="0">
                          <a:solidFill>
                            <a:srgbClr val="000000"/>
                          </a:solidFill>
                          <a:latin typeface="宋体" panose="02010600030101010101" pitchFamily="2" charset="-122"/>
                          <a:ea typeface="宋体" panose="02010600030101010101" pitchFamily="2" charset="-122"/>
                        </a:rPr>
                        <a:t>1.9073486E-05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12.4296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-1.0944138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10.2864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-1.8316112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10.5936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-0.17387772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5.223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12.4668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13.120327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11.6484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0.08265066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12.5376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-0.04047346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12.7944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0.2732849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14.7384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1.4263997</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4.325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0.029739976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12.8052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4.105854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-1.91E-05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12.4236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-1.0962982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10.2348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-1.7675214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10.5912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-0.22731972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r h="0">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12.3684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12.944889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13.786888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11.699999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0.1250925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12.5364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12.500002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-0.0430789</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12.8532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12.916333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0.35071802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14.7372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14.684765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1.3982806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4.303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4.4160013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0.07630956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12.7776</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4.0234184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l" fontAlgn="ctr"/>
                      <a:r>
                        <a:rPr lang="en-US" altLang="zh-CN" sz="300" b="0" i="0">
                          <a:solidFill>
                            <a:srgbClr val="000000"/>
                          </a:solidFill>
                          <a:latin typeface="宋体" panose="02010600030101010101" pitchFamily="2" charset="-122"/>
                          <a:ea typeface="宋体" panose="02010600030101010101" pitchFamily="2" charset="-122"/>
                        </a:rPr>
                        <a:t>1.9073486E-05</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12.4152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12.400002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-1.0966511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10.242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10.389061</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-1.6711264</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10.5072</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10.499998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-0.27298498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5.278</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c>
                  <a:txBody>
                    <a:bodyPr/>
                    <a:p>
                      <a:pPr algn="r" fontAlgn="ctr"/>
                      <a:r>
                        <a:rPr lang="en-US" altLang="zh-CN" sz="300" b="0" i="0">
                          <a:solidFill>
                            <a:srgbClr val="000000"/>
                          </a:solidFill>
                          <a:latin typeface="宋体" panose="02010600030101010101" pitchFamily="2" charset="-122"/>
                          <a:ea typeface="宋体" panose="02010600030101010101" pitchFamily="2" charset="-122"/>
                        </a:rPr>
                        <a:t>5.2390003</a:t>
                      </a:r>
                      <a:endParaRPr lang="en-US" altLang="zh-CN" sz="3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a:noFill/>
                    </a:lnL>
                    <a:lnR>
                      <a:noFill/>
                    </a:lnR>
                    <a:lnT>
                      <a:noFill/>
                    </a:lnT>
                    <a:lnB>
                      <a:noFill/>
                    </a:lnB>
                    <a:noFill/>
                  </a:tcPr>
                </a:tc>
              </a:tr>
            </a:tbl>
          </a:graphicData>
        </a:graphic>
      </p:graphicFrame>
      <p:graphicFrame>
        <p:nvGraphicFramePr>
          <p:cNvPr id="33" name="表格 32"/>
          <p:cNvGraphicFramePr/>
          <p:nvPr/>
        </p:nvGraphicFramePr>
        <p:xfrm>
          <a:off x="198120" y="87630"/>
          <a:ext cx="5465445" cy="2811780"/>
        </p:xfrm>
        <a:graphic>
          <a:graphicData uri="http://schemas.openxmlformats.org/drawingml/2006/table">
            <a:tbl>
              <a:tblPr/>
              <a:tblGrid>
                <a:gridCol w="2106930"/>
                <a:gridCol w="1776095"/>
                <a:gridCol w="1582420"/>
              </a:tblGrid>
              <a:tr h="468630">
                <a:tc>
                  <a:txBody>
                    <a:bodyPr/>
                    <a:p>
                      <a:pPr algn="ctr" fontAlgn="ctr"/>
                      <a:r>
                        <a:rPr lang="zh-CN" altLang="en-US" sz="1100" b="1" i="0">
                          <a:solidFill>
                            <a:srgbClr val="000000"/>
                          </a:solidFill>
                          <a:latin typeface="宋体" panose="02010600030101010101" pitchFamily="2" charset="-122"/>
                          <a:ea typeface="宋体" panose="02010600030101010101" pitchFamily="2" charset="-122"/>
                        </a:rPr>
                        <a:t>控制项目</a:t>
                      </a:r>
                      <a:endParaRPr lang="zh-CN" altLang="en-US" sz="11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100" b="1" i="0">
                          <a:solidFill>
                            <a:srgbClr val="000000"/>
                          </a:solidFill>
                          <a:latin typeface="宋体" panose="02010600030101010101" pitchFamily="2" charset="-122"/>
                          <a:ea typeface="宋体" panose="02010600030101010101" pitchFamily="2" charset="-122"/>
                        </a:rPr>
                        <a:t>极片</a:t>
                      </a:r>
                      <a:endParaRPr lang="zh-CN" altLang="en-US" sz="11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100" b="1" i="0">
                          <a:solidFill>
                            <a:srgbClr val="000000"/>
                          </a:solidFill>
                          <a:latin typeface="宋体" panose="02010600030101010101" pitchFamily="2" charset="-122"/>
                          <a:ea typeface="宋体" panose="02010600030101010101" pitchFamily="2" charset="-122"/>
                        </a:rPr>
                        <a:t>隔膜</a:t>
                      </a:r>
                      <a:endParaRPr lang="zh-CN" altLang="en-US" sz="1100" b="1"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68630">
                <a:tc>
                  <a:txBody>
                    <a:bodyPr/>
                    <a:p>
                      <a:pPr algn="ctr" fontAlgn="ctr"/>
                      <a:r>
                        <a:rPr lang="zh-CN" altLang="en-US" sz="1100" b="0" i="0">
                          <a:solidFill>
                            <a:srgbClr val="000000"/>
                          </a:solidFill>
                          <a:latin typeface="宋体" panose="02010600030101010101" pitchFamily="2" charset="-122"/>
                          <a:ea typeface="宋体" panose="02010600030101010101" pitchFamily="2" charset="-122"/>
                        </a:rPr>
                        <a:t>方向修正系数</a:t>
                      </a:r>
                      <a:r>
                        <a:rPr lang="en-US" altLang="zh-CN" sz="1100" b="0" i="0">
                          <a:solidFill>
                            <a:srgbClr val="000000"/>
                          </a:solidFill>
                          <a:latin typeface="宋体" panose="02010600030101010101" pitchFamily="2" charset="-122"/>
                          <a:ea typeface="宋体" panose="02010600030101010101" pitchFamily="2" charset="-122"/>
                        </a:rPr>
                        <a:t>K</a:t>
                      </a:r>
                      <a:endParaRPr lang="en-US" altLang="zh-CN" sz="11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panose="02010600030101010101" pitchFamily="2" charset="-122"/>
                          <a:ea typeface="宋体" panose="02010600030101010101" pitchFamily="2" charset="-122"/>
                        </a:rPr>
                        <a:t>1</a:t>
                      </a:r>
                      <a:endParaRPr lang="en-US" altLang="zh-CN" sz="11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panose="02010600030101010101" pitchFamily="2" charset="-122"/>
                          <a:ea typeface="宋体" panose="02010600030101010101" pitchFamily="2" charset="-122"/>
                        </a:rPr>
                        <a:t>-1</a:t>
                      </a:r>
                      <a:endParaRPr lang="en-US" altLang="zh-CN" sz="11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68630">
                <a:tc>
                  <a:txBody>
                    <a:bodyPr/>
                    <a:p>
                      <a:pPr algn="ctr" fontAlgn="ctr"/>
                      <a:r>
                        <a:rPr lang="zh-CN" altLang="en-US" sz="1100" b="0" i="0">
                          <a:solidFill>
                            <a:srgbClr val="000000"/>
                          </a:solidFill>
                          <a:latin typeface="宋体" panose="02010600030101010101" pitchFamily="2" charset="-122"/>
                          <a:ea typeface="宋体" panose="02010600030101010101" pitchFamily="2" charset="-122"/>
                        </a:rPr>
                        <a:t>数据采集周期</a:t>
                      </a:r>
                      <a:endParaRPr lang="zh-CN" altLang="en-US" sz="11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2">
                  <a:txBody>
                    <a:bodyPr/>
                    <a:p>
                      <a:pPr algn="ctr" fontAlgn="ctr"/>
                      <a:r>
                        <a:rPr lang="en-US" altLang="zh-CN" sz="1000" b="0" i="0">
                          <a:solidFill>
                            <a:srgbClr val="000000"/>
                          </a:solidFill>
                          <a:latin typeface="宋体" panose="02010600030101010101" pitchFamily="2" charset="-122"/>
                          <a:ea typeface="宋体" panose="02010600030101010101" pitchFamily="2" charset="-122"/>
                        </a:rPr>
                        <a:t>T</a:t>
                      </a:r>
                      <a:r>
                        <a:rPr lang="zh-CN" altLang="en-US" sz="1000" b="0" i="0">
                          <a:solidFill>
                            <a:srgbClr val="000000"/>
                          </a:solidFill>
                          <a:latin typeface="宋体" panose="02010600030101010101" pitchFamily="2" charset="-122"/>
                          <a:ea typeface="宋体" panose="02010600030101010101" pitchFamily="2" charset="-122"/>
                        </a:rPr>
                        <a:t>（采集</a:t>
                      </a:r>
                      <a:r>
                        <a:rPr lang="en-US" altLang="zh-CN" sz="1000" b="0" i="0">
                          <a:solidFill>
                            <a:srgbClr val="000000"/>
                          </a:solidFill>
                          <a:latin typeface="宋体" panose="02010600030101010101" pitchFamily="2" charset="-122"/>
                          <a:ea typeface="宋体" panose="02010600030101010101" pitchFamily="2" charset="-122"/>
                        </a:rPr>
                        <a:t>T</a:t>
                      </a:r>
                      <a:r>
                        <a:rPr lang="zh-CN" altLang="en-US" sz="1000" b="0" i="0">
                          <a:solidFill>
                            <a:srgbClr val="000000"/>
                          </a:solidFill>
                          <a:latin typeface="宋体" panose="02010600030101010101" pitchFamily="2" charset="-122"/>
                          <a:ea typeface="宋体" panose="02010600030101010101" pitchFamily="2" charset="-122"/>
                        </a:rPr>
                        <a:t>个，调整一次，间隔</a:t>
                      </a:r>
                      <a:r>
                        <a:rPr lang="en-US" altLang="zh-CN" sz="1000" b="0" i="0">
                          <a:solidFill>
                            <a:srgbClr val="000000"/>
                          </a:solidFill>
                          <a:latin typeface="宋体" panose="02010600030101010101" pitchFamily="2" charset="-122"/>
                          <a:ea typeface="宋体" panose="02010600030101010101" pitchFamily="2" charset="-122"/>
                        </a:rPr>
                        <a:t>T</a:t>
                      </a:r>
                      <a:r>
                        <a:rPr lang="zh-CN" altLang="en-US" sz="1000" b="0" i="0">
                          <a:solidFill>
                            <a:srgbClr val="000000"/>
                          </a:solidFill>
                          <a:latin typeface="宋体" panose="02010600030101010101" pitchFamily="2" charset="-122"/>
                          <a:ea typeface="宋体" panose="02010600030101010101" pitchFamily="2" charset="-122"/>
                        </a:rPr>
                        <a:t>后再采集）</a:t>
                      </a:r>
                      <a:endParaRPr lang="zh-CN" altLang="en-US" sz="10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468630">
                <a:tc>
                  <a:txBody>
                    <a:bodyPr/>
                    <a:p>
                      <a:pPr algn="ctr" fontAlgn="ctr"/>
                      <a:r>
                        <a:rPr lang="zh-CN" altLang="en-US" sz="1100" b="0" i="0">
                          <a:solidFill>
                            <a:srgbClr val="000000"/>
                          </a:solidFill>
                          <a:latin typeface="宋体" panose="02010600030101010101" pitchFamily="2" charset="-122"/>
                          <a:ea typeface="宋体" panose="02010600030101010101" pitchFamily="2" charset="-122"/>
                        </a:rPr>
                        <a:t>触发调整阈值</a:t>
                      </a:r>
                      <a:endParaRPr lang="zh-CN" altLang="en-US" sz="11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2">
                  <a:txBody>
                    <a:bodyPr/>
                    <a:p>
                      <a:pPr algn="ctr" fontAlgn="ctr"/>
                      <a:r>
                        <a:rPr lang="en-US" altLang="zh-CN" sz="1100" b="0" i="0">
                          <a:solidFill>
                            <a:srgbClr val="000000"/>
                          </a:solidFill>
                          <a:latin typeface="宋体" panose="02010600030101010101" pitchFamily="2" charset="-122"/>
                          <a:ea typeface="宋体" panose="02010600030101010101" pitchFamily="2" charset="-122"/>
                        </a:rPr>
                        <a:t>Kn(50%~80%,</a:t>
                      </a:r>
                      <a:r>
                        <a:rPr lang="zh-CN" altLang="en-US" sz="1100" b="0" i="0">
                          <a:solidFill>
                            <a:srgbClr val="000000"/>
                          </a:solidFill>
                          <a:latin typeface="宋体" panose="02010600030101010101" pitchFamily="2" charset="-122"/>
                          <a:ea typeface="宋体" panose="02010600030101010101" pitchFamily="2" charset="-122"/>
                        </a:rPr>
                        <a:t>范围防呆</a:t>
                      </a:r>
                      <a:r>
                        <a:rPr lang="en-US" altLang="zh-CN" sz="1100" b="0" i="0">
                          <a:solidFill>
                            <a:srgbClr val="000000"/>
                          </a:solidFill>
                          <a:latin typeface="宋体" panose="02010600030101010101" pitchFamily="2" charset="-122"/>
                          <a:ea typeface="宋体" panose="02010600030101010101" pitchFamily="2" charset="-122"/>
                        </a:rPr>
                        <a:t>)</a:t>
                      </a:r>
                      <a:endParaRPr lang="en-US" altLang="zh-CN" sz="11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468630">
                <a:tc>
                  <a:txBody>
                    <a:bodyPr/>
                    <a:p>
                      <a:pPr algn="ctr" fontAlgn="ctr"/>
                      <a:r>
                        <a:rPr lang="zh-CN" altLang="en-US" sz="1100" b="0" i="0">
                          <a:solidFill>
                            <a:srgbClr val="000000"/>
                          </a:solidFill>
                          <a:latin typeface="宋体" panose="02010600030101010101" pitchFamily="2" charset="-122"/>
                          <a:ea typeface="宋体" panose="02010600030101010101" pitchFamily="2" charset="-122"/>
                        </a:rPr>
                        <a:t>调整反馈值</a:t>
                      </a:r>
                      <a:endParaRPr lang="zh-CN" altLang="en-US" sz="11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2">
                  <a:txBody>
                    <a:bodyPr/>
                    <a:p>
                      <a:pPr algn="ctr" fontAlgn="ctr"/>
                      <a:r>
                        <a:rPr lang="en-US" altLang="zh-CN" sz="1100" b="0" i="0">
                          <a:solidFill>
                            <a:srgbClr val="000000"/>
                          </a:solidFill>
                          <a:latin typeface="宋体" panose="02010600030101010101" pitchFamily="2" charset="-122"/>
                          <a:ea typeface="宋体" panose="02010600030101010101" pitchFamily="2" charset="-122"/>
                        </a:rPr>
                        <a:t>D</a:t>
                      </a:r>
                      <a:r>
                        <a:rPr lang="zh-CN" altLang="en-US" sz="1100" b="0" i="0">
                          <a:solidFill>
                            <a:srgbClr val="000000"/>
                          </a:solidFill>
                          <a:latin typeface="宋体" panose="02010600030101010101" pitchFamily="2" charset="-122"/>
                          <a:ea typeface="宋体" panose="02010600030101010101" pitchFamily="2" charset="-122"/>
                        </a:rPr>
                        <a:t>偏差值（ </a:t>
                      </a:r>
                      <a:r>
                        <a:rPr lang="en-US" altLang="zh-CN" sz="1100" b="0" i="0">
                          <a:solidFill>
                            <a:srgbClr val="000000"/>
                          </a:solidFill>
                          <a:latin typeface="宋体" panose="02010600030101010101" pitchFamily="2" charset="-122"/>
                          <a:ea typeface="宋体" panose="02010600030101010101" pitchFamily="2" charset="-122"/>
                        </a:rPr>
                        <a:t>0.05~0.3,</a:t>
                      </a:r>
                      <a:r>
                        <a:rPr lang="zh-CN" altLang="en-US" sz="1100" b="0" i="0">
                          <a:solidFill>
                            <a:srgbClr val="000000"/>
                          </a:solidFill>
                          <a:latin typeface="宋体" panose="02010600030101010101" pitchFamily="2" charset="-122"/>
                          <a:ea typeface="宋体" panose="02010600030101010101" pitchFamily="2" charset="-122"/>
                        </a:rPr>
                        <a:t>范围防呆</a:t>
                      </a:r>
                      <a:r>
                        <a:rPr lang="en-US" altLang="zh-CN" sz="1100" b="0" i="0">
                          <a:solidFill>
                            <a:srgbClr val="000000"/>
                          </a:solidFill>
                          <a:latin typeface="宋体" panose="02010600030101010101" pitchFamily="2" charset="-122"/>
                          <a:ea typeface="宋体" panose="02010600030101010101" pitchFamily="2" charset="-122"/>
                        </a:rPr>
                        <a:t>)</a:t>
                      </a:r>
                      <a:endParaRPr lang="en-US" altLang="zh-CN" sz="11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468630">
                <a:tc>
                  <a:txBody>
                    <a:bodyPr/>
                    <a:p>
                      <a:pPr algn="ctr" fontAlgn="ctr"/>
                      <a:r>
                        <a:rPr lang="zh-CN" altLang="en-US" sz="1100" b="0" i="0">
                          <a:solidFill>
                            <a:srgbClr val="000000"/>
                          </a:solidFill>
                          <a:latin typeface="宋体" panose="02010600030101010101" pitchFamily="2" charset="-122"/>
                          <a:ea typeface="宋体" panose="02010600030101010101" pitchFamily="2" charset="-122"/>
                        </a:rPr>
                        <a:t>功能开启按钮</a:t>
                      </a:r>
                      <a:endParaRPr lang="zh-CN" altLang="en-US" sz="11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100" b="0" i="0">
                          <a:solidFill>
                            <a:srgbClr val="000000"/>
                          </a:solidFill>
                          <a:latin typeface="宋体" panose="02010600030101010101" pitchFamily="2" charset="-122"/>
                          <a:ea typeface="宋体" panose="02010600030101010101" pitchFamily="2" charset="-122"/>
                        </a:rPr>
                        <a:t>已启用</a:t>
                      </a:r>
                      <a:endParaRPr lang="zh-CN" altLang="en-US" sz="11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100" b="0" i="0">
                          <a:solidFill>
                            <a:srgbClr val="000000"/>
                          </a:solidFill>
                          <a:latin typeface="宋体" panose="02010600030101010101" pitchFamily="2" charset="-122"/>
                          <a:ea typeface="宋体" panose="02010600030101010101" pitchFamily="2" charset="-122"/>
                        </a:rPr>
                        <a:t>已关闭</a:t>
                      </a:r>
                      <a:endParaRPr lang="zh-CN" altLang="en-US" sz="1100" b="0" i="0">
                        <a:solidFill>
                          <a:srgbClr val="000000"/>
                        </a:solidFill>
                        <a:latin typeface="宋体" panose="02010600030101010101" pitchFamily="2" charset="-122"/>
                        <a:ea typeface="宋体" panose="02010600030101010101" pitchFamily="2" charset="-122"/>
                      </a:endParaRPr>
                    </a:p>
                  </a:txBody>
                  <a:tcPr marL="9842" marR="9842" marT="9842"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1.xml><?xml version="1.0" encoding="utf-8"?>
<p:tagLst xmlns:p="http://schemas.openxmlformats.org/presentationml/2006/main">
  <p:tag name="TABLE_ENDDRAG_ORIGIN_RECT" val="889*130"/>
  <p:tag name="TABLE_ENDDRAG_RECT" val="34*362*889*130"/>
</p:tagLst>
</file>

<file path=ppt/tags/tag42.xml><?xml version="1.0" encoding="utf-8"?>
<p:tagLst xmlns:p="http://schemas.openxmlformats.org/presentationml/2006/main">
  <p:tag name="KSO_WM_DIAGRAM_VIRTUALLY_FRAME" val="{&quot;height&quot;:213.8,&quot;left&quot;:300.65,&quot;top&quot;:260.55,&quot;width&quot;:605.35}"/>
</p:tagLst>
</file>

<file path=ppt/tags/tag43.xml><?xml version="1.0" encoding="utf-8"?>
<p:tagLst xmlns:p="http://schemas.openxmlformats.org/presentationml/2006/main">
  <p:tag name="KSO_WM_DIAGRAM_VIRTUALLY_FRAME" val="{&quot;height&quot;:213.8,&quot;left&quot;:300.65,&quot;top&quot;:260.55,&quot;width&quot;:605.35}"/>
</p:tagLst>
</file>

<file path=ppt/tags/tag44.xml><?xml version="1.0" encoding="utf-8"?>
<p:tagLst xmlns:p="http://schemas.openxmlformats.org/presentationml/2006/main">
  <p:tag name="resource_record_key" val="{&quot;29&quot;:[50000031,50052436,50000076]}"/>
</p:tagLst>
</file>

<file path=ppt/theme/theme1.xml><?xml version="1.0" encoding="utf-8"?>
<a:theme xmlns:a="http://schemas.openxmlformats.org/drawingml/2006/main" name="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lang="zh-CN" altLang="en-US"/>
        </a:defPPr>
      </a:lstStyle>
      <a:style>
        <a:lnRef idx="2">
          <a:schemeClr val="accent1">
            <a:lumMod val="75000"/>
          </a:schemeClr>
        </a:lnRef>
        <a:fillRef idx="1">
          <a:schemeClr val="accent1"/>
        </a:fillRef>
        <a:effectRef idx="0">
          <a:srgbClr val="FFFFFF"/>
        </a:effectRef>
        <a:fontRef idx="minor">
          <a:schemeClr val="lt1"/>
        </a:fontRef>
      </a:style>
    </a:spDef>
    <a:lnDef>
      <a:spPr>
        <a:ln w="19050">
          <a:solidFill>
            <a:srgbClr val="FF0000"/>
          </a:solidFill>
          <a:headEnd type="none"/>
          <a:tailEnd type="none" w="lg" len="lg"/>
        </a:ln>
      </a:spPr>
      <a:bodyPr/>
      <a:lstStyle/>
      <a:style>
        <a:lnRef idx="2">
          <a:schemeClr val="accent1"/>
        </a:lnRef>
        <a:fillRef idx="0">
          <a:srgbClr val="FFFFFF"/>
        </a:fillRef>
        <a:effectRef idx="0">
          <a:srgbClr val="FFFFFF"/>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12132</Words>
  <Application>WPS 演示</Application>
  <PresentationFormat>宽屏</PresentationFormat>
  <Paragraphs>2658</Paragraphs>
  <Slides>12</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宋体</vt:lpstr>
      <vt:lpstr>Wingdings</vt:lpstr>
      <vt:lpstr>微软雅黑</vt:lpstr>
      <vt:lpstr>Alibaba PuHuiTi 3.0 45 Light</vt:lpstr>
      <vt:lpstr>微软雅黑 Light</vt:lpstr>
      <vt:lpstr>Alibaba PuHuiTi 3.0 75 SemiBold</vt:lpstr>
      <vt:lpstr>Wingdings</vt:lpstr>
      <vt:lpstr>等线</vt:lpstr>
      <vt:lpstr>Arial Unicode MS</vt:lpstr>
      <vt:lpstr>设计方案</vt:lpstr>
      <vt:lpstr>卷绕机多级纠偏联动控制</vt:lpstr>
      <vt:lpstr>多级纠偏联动功能原理</vt:lpstr>
      <vt:lpstr>多级纠偏联动控制逻辑</vt:lpstr>
      <vt:lpstr>正极多级纠偏联动控制逻辑</vt:lpstr>
      <vt:lpstr>正极多级纠偏联动控制逻辑</vt:lpstr>
      <vt:lpstr>正极多级纠偏联动控制逻辑</vt:lpstr>
      <vt:lpstr>负极多级纠偏联动控制逻辑</vt:lpstr>
      <vt:lpstr>负极多级纠偏联动控制逻辑</vt:lpstr>
      <vt:lpstr>隔膜多级纠偏联动控制逻辑</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胡飞扬</cp:lastModifiedBy>
  <cp:revision>785</cp:revision>
  <dcterms:created xsi:type="dcterms:W3CDTF">2025-10-30T08:02:00Z</dcterms:created>
  <dcterms:modified xsi:type="dcterms:W3CDTF">2026-09-14T08:06:10Z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IPGFLOW_P-BA95_E-1_FP-1_SP-1_CV-2F6F6301_CN-9360DD3E">
    <vt:lpwstr>QigdGZeAniFOjAYdCJeBPm9aXN/f4BAreDxmxrq6gmI75fU6FD6Y2pUkQeCXYQAy6uvgfkJOY8l/CSMQXzbmBhnPrgqKcxvT9hJI8gNfI0AnXZjSCHM0lBPK1iecamURObgau5VBGTl+irpD7RnZEQSGxFwbjDWKaXRByshs5ZvX37Nh8adLP2FgXzSWd/W8tyB8IydfscSiSwhz84UUUz/vyKQWXC+ygjYxT1EoFEbVwJu4PYOZAv2a2YmfvUZ</vt:lpwstr>
  </property>
  <property fmtid="{D5CDD505-2E9C-101B-9397-08002B2CF9AE}" pid="3" name="_IPGFLOW_P-BA95_E-1_FP-1_SP-2_CV-B6F9BE1_CN-6188A2EF">
    <vt:lpwstr>o3WYVuoal4PCg3ddwaT9JHZH6G4sVH9FZkCeAW4RgjgDr+jpvybqWR1YWrmaDKFVYlFK5MZaCoTgSV9VzLDPjscjMF3cyx58fAlmcmz0qnavoCh/dTVNXTZECFaziTEFU1FEeBgNTlhIbwoEMLF5JFs34kbm2pzag6j+Tb+FAl4xUHdMQd9atkzKijs+NODbL/jpKN54OLQZzYFI8bjytDytUZSX1f7nyVPtTnQjEQVdReCqMIxigmJFT5aJbrM</vt:lpwstr>
  </property>
  <property fmtid="{D5CDD505-2E9C-101B-9397-08002B2CF9AE}" pid="4" name="_IPGFLOW_P-BA95_E-1_FP-1_SP-3_CV-26D9554F_CN-9E09914D">
    <vt:lpwstr>oR</vt:lpwstr>
  </property>
  <property fmtid="{D5CDD505-2E9C-101B-9397-08002B2CF9AE}" pid="5" name="_IPGFLOW_P-BA95_E-0_FP-1_CV-DD150EE6_CN-7CFD890F">
    <vt:lpwstr>DPSPMK|3|512|3|0</vt:lpwstr>
  </property>
  <property fmtid="{D5CDD505-2E9C-101B-9397-08002B2CF9AE}" pid="6" name="_IPGFID">
    <vt:lpwstr>[DocID]=B1A879E0-AB32-42E1-A631-11B3A1FBFC73</vt:lpwstr>
  </property>
  <property fmtid="{D5CDD505-2E9C-101B-9397-08002B2CF9AE}" pid="7" name="_IPGFLOW_P-BA95_E-0_CV-8A14B2B5_CN-620130C0">
    <vt:lpwstr>DPFPMK|3|50|2|0</vt:lpwstr>
  </property>
  <property fmtid="{D5CDD505-2E9C-101B-9397-08002B2CF9AE}" pid="8" name="_IPGFLOW_P-BA95_E-1_FP-2_SP-1_CV-C63DDC76_CN-9B9B8089">
    <vt:lpwstr>QigdGZeAniFOjAYdCJeBPhR2jIivMC0U1oY0WCPDOBwl7YW0o4r8KeOJDJmLKbD9wtoVOZGHENVWOGCluQ5D+ZkmyD36ogurC6pWlQWNiiZtygcFj0w6rifaDl9aQvIVWMZFAcWyEgTmsP6oAJcJHuimMYcwdv11RPWqFpu+LlGkAecxF7cOjWc2LpXjD5WtY5u3NOd7LlUTsoj30R9JN05AewrydVZegMtYqDApI1BvrI6qs967xFPOhLkmdMl</vt:lpwstr>
  </property>
  <property fmtid="{D5CDD505-2E9C-101B-9397-08002B2CF9AE}" pid="9" name="_IPGFLOW_P-BA95_E-1_FP-2_SP-2_CV-B468AEAF_CN-BB84241">
    <vt:lpwstr>OZbHiUDV/RWK96F875LrcE/1VM0H22Rnvcvvqy8jWr+ftjye4CHkL6vrs+yIP6mhtF/17O877psX+QaLOLLdUCjWBA7V1rR4IKRE8itRsZ2pXakF9xYbogajRDFwJp6UJcvtJpglGLqZB4tysBlWCFXqxd+pyp8jWHVrM0rnTDuKGjxWkR/AbIS4f/Acg9m6CL0G0G19CiWehAfI0lbVmf2UoDZUFlvU6VgI3/dCsk7Ad36ggi4N5TawHwsKuDA</vt:lpwstr>
  </property>
  <property fmtid="{D5CDD505-2E9C-101B-9397-08002B2CF9AE}" pid="10" name="_IPGFLOW_P-BA95_E-1_FP-2_SP-3_CV-CDE2D6D8_CN-9A49A2FA">
    <vt:lpwstr>Gm</vt:lpwstr>
  </property>
  <property fmtid="{D5CDD505-2E9C-101B-9397-08002B2CF9AE}" pid="11" name="_IPGFLOW_P-BA95_E-0_FP-2_CV-DD150EE6_CN-C137E5C1">
    <vt:lpwstr>DPSPMK|3|512|3|0</vt:lpwstr>
  </property>
  <property fmtid="{D5CDD505-2E9C-101B-9397-08002B2CF9AE}" pid="12" name="ICV">
    <vt:lpwstr>94F9362E005E4E228EEF10359C586488_13</vt:lpwstr>
  </property>
  <property fmtid="{D5CDD505-2E9C-101B-9397-08002B2CF9AE}" pid="13" name="KSOProductBuildVer">
    <vt:lpwstr>2052-12.1.0.28599</vt:lpwstr>
  </property>
</Properties>
</file>